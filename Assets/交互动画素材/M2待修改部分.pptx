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46"/>
  </p:normalViewPr>
  <p:slideViewPr>
    <p:cSldViewPr snapToGrid="0">
      <p:cViewPr varScale="1">
        <p:scale>
          <a:sx n="108" d="100"/>
          <a:sy n="108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2305E-55CD-633A-4C14-8AAA788CF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665EFE-1BF6-C15A-DA97-30F44F379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BD8C72-B100-DAC3-6EA6-7D83744A0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C7ADEF-7244-E049-CB84-724BF0100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F2E36D-29AE-286A-DF90-7FF9ECC6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8011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A8281D-3BF2-E5C1-8769-F5C61BE4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50F5E-8D1B-3E41-7380-53EF2095A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96C154-720A-4A59-F57E-15678A4D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127CB2-AACF-D5E8-C267-0AE4605A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D14D93-4849-E754-EB19-810ACC59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938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6DF30-3CAC-5181-E700-F038B63B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B90786-5C5F-433A-9DD5-EB7FACE9E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5C64C-042D-C528-8862-490B7B54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C7EF53-A6D2-A5A4-CB56-291C7AD0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4A6B4-26DA-5364-7610-14833A550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482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81152-9DA7-90C5-CD16-643BDC944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DB91B7-9AA1-E39A-48FF-557A191C6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6A338B-B59D-16D9-42D1-4D5E71070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BA6E80-DE3A-B367-859D-19223A8F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389856-FBCC-9428-6E99-AA7596EBE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274A1B-1179-139E-85C5-5D2BF8AE8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637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D358A2-B148-B20F-2345-903C7B9CB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6DBE85-8E1E-6639-17B2-55D7E90A5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67CCCC-4113-B0E7-C444-F8933386D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6253313-899A-D0F2-ECEF-19FF49F67C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745E7A-33F6-85B6-8D5D-1F663BB6DE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28D986-90BA-28AB-E6EB-9AFEE9C4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0EF906-2524-31B7-250C-49B83B8D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EF64CB-117F-1093-8568-FFE23EB1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089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71672-5141-B212-3EF0-CDD60635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F9AFD9-310A-D306-9FC4-663D65D40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036BA6-FAB2-B466-F992-58C74B62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536C13-82D3-675F-306C-7FD97233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4428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07E200-4033-339C-5E3A-34F27CED9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187A4C-D429-5393-3B71-B15C68DC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9E3356-AF4F-AA5F-D03C-34CF4EA8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213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40B60-CE61-950B-CAFF-C405DF724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7A105F-4DED-3A71-FB1A-7175A3DAB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5B938E-F1A0-B044-DF68-C2291BD10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F9E4D5-9E4C-D767-0807-0AC6E5A3E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C8B5FC-2F6F-1D9D-BBF7-F93508E30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A4A5FF-B4D7-AACB-56A3-4460875B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204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9C2CC-48AA-6E2A-D953-365139E16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D38A1C-24F4-0BB2-185B-866FDEEAD4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B9991-7B39-AD2D-546C-831BAB06A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3D39B4-419D-6124-129A-D407ACF1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61D6D5-F8AB-6ABE-96F9-7FE5384E1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93707B-3BA4-8BDD-E2F1-C3FC21052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686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ADC11-67A6-C45A-C00B-92AFE1FF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8BB339-300E-2B7B-1A13-FA7A40DE7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9EC610-7E00-8C10-AC5E-48A77CE0F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511806-B493-DEB7-B7C9-054D42FF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E6E342-1EB7-FFF8-939F-E154B6BFD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33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E9F598-6ED1-C398-5BCA-669FDF1CD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730428-449E-C646-07D3-FE5606E1F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702AE-1EBC-9D53-F5E6-B6F49D851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544AA-3D89-4531-8716-B925B0D0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F24684-8D3B-9E63-658E-F32E9112C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559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FAB7F5-EA78-60CA-4057-D26B75381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AA8923-C249-6752-131D-1B206BB64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0F821A-D750-CFD9-C81D-3B845BD3C6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77154-AA7A-6A41-AF73-E89EA5631161}" type="datetimeFigureOut">
              <a:rPr kumimoji="1" lang="zh-CN" altLang="en-US" smtClean="0"/>
              <a:t>2026/8/15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AEC5C-A755-128F-9E71-86D37B8D9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EAC10D-669C-D295-8A4C-71F69CE8D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2F47F-314B-D448-9FBE-570E0D7BC2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9135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F64711D-3597-6519-2A7B-F690FB3A2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90" y="1143690"/>
            <a:ext cx="6263856" cy="312025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6421D2B-DB60-7053-FD9C-29295BCFD83B}"/>
              </a:ext>
            </a:extLst>
          </p:cNvPr>
          <p:cNvSpPr txBox="1"/>
          <p:nvPr/>
        </p:nvSpPr>
        <p:spPr>
          <a:xfrm>
            <a:off x="769990" y="128027"/>
            <a:ext cx="67764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2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探头偏角：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探头应该卡在定位尺凹槽中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9B5B71E-C64B-BB19-463C-D999F215D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88" y="4612604"/>
            <a:ext cx="7772400" cy="1874195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91208641-5153-E179-96CE-284A51246B24}"/>
              </a:ext>
            </a:extLst>
          </p:cNvPr>
          <p:cNvSpPr/>
          <p:nvPr/>
        </p:nvSpPr>
        <p:spPr>
          <a:xfrm>
            <a:off x="1237957" y="2250831"/>
            <a:ext cx="1083212" cy="78779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B68798D-8A9C-0876-CD1B-9FCEF85911F0}"/>
              </a:ext>
            </a:extLst>
          </p:cNvPr>
          <p:cNvSpPr/>
          <p:nvPr/>
        </p:nvSpPr>
        <p:spPr>
          <a:xfrm>
            <a:off x="812193" y="4979964"/>
            <a:ext cx="1508976" cy="122811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F5F708-61F9-6703-0A7A-DEF43AE2B7A5}"/>
              </a:ext>
            </a:extLst>
          </p:cNvPr>
          <p:cNvSpPr txBox="1"/>
          <p:nvPr/>
        </p:nvSpPr>
        <p:spPr>
          <a:xfrm>
            <a:off x="8584593" y="5317022"/>
            <a:ext cx="19192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正确操作</a:t>
            </a:r>
            <a:endParaRPr kumimoji="1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5651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D0482-759D-E628-AB93-B5CAEA9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5C308DD-6115-5E9B-30FF-B31D593EC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809" y="1868872"/>
            <a:ext cx="6304191" cy="312025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A166D6A-F867-479B-2F23-16979982A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8872"/>
            <a:ext cx="6263856" cy="312025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39F6A91-6FBB-7221-4F65-695382B51B61}"/>
              </a:ext>
            </a:extLst>
          </p:cNvPr>
          <p:cNvSpPr txBox="1"/>
          <p:nvPr/>
        </p:nvSpPr>
        <p:spPr>
          <a:xfrm>
            <a:off x="2707781" y="5248667"/>
            <a:ext cx="67764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两个步骤尺子大小应该相同</a:t>
            </a:r>
            <a:endParaRPr kumimoji="1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569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58080-C7C8-A22B-348B-69FD9827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EF010A11-5AC1-DAF8-35ED-3813772C5C6C}"/>
              </a:ext>
            </a:extLst>
          </p:cNvPr>
          <p:cNvSpPr txBox="1"/>
          <p:nvPr/>
        </p:nvSpPr>
        <p:spPr>
          <a:xfrm>
            <a:off x="769990" y="128027"/>
            <a:ext cx="10652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3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测量：</a:t>
            </a:r>
            <a:endParaRPr kumimoji="1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尺子测量时摆放位置不对，应该和探头平行，不能盖住探头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DF40AFE-6E75-EFEA-A7DA-E8577B83F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28" y="1228097"/>
            <a:ext cx="6235200" cy="3117600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B877F444-83E3-1EDD-24A6-170348EC3129}"/>
              </a:ext>
            </a:extLst>
          </p:cNvPr>
          <p:cNvSpPr/>
          <p:nvPr/>
        </p:nvSpPr>
        <p:spPr>
          <a:xfrm>
            <a:off x="1871003" y="1777957"/>
            <a:ext cx="3165231" cy="12606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8DAC86-FE55-4761-31B2-B6F6A8944498}"/>
              </a:ext>
            </a:extLst>
          </p:cNvPr>
          <p:cNvSpPr txBox="1"/>
          <p:nvPr/>
        </p:nvSpPr>
        <p:spPr>
          <a:xfrm>
            <a:off x="8584593" y="5317022"/>
            <a:ext cx="19192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正确操作</a:t>
            </a:r>
            <a:endParaRPr kumimoji="1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CBD93CCF-1689-68EE-AE7E-56592D43D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52" y="4345697"/>
            <a:ext cx="7772400" cy="2016113"/>
          </a:xfrm>
          <a:prstGeom prst="rect">
            <a:avLst/>
          </a:prstGeom>
        </p:spPr>
      </p:pic>
      <p:sp>
        <p:nvSpPr>
          <p:cNvPr id="41" name="椭圆 40">
            <a:extLst>
              <a:ext uri="{FF2B5EF4-FFF2-40B4-BE49-F238E27FC236}">
                <a16:creationId xmlns:a16="http://schemas.microsoft.com/office/drawing/2014/main" id="{30D128FE-B54F-1E1E-7317-BE461198E07B}"/>
              </a:ext>
            </a:extLst>
          </p:cNvPr>
          <p:cNvSpPr/>
          <p:nvPr/>
        </p:nvSpPr>
        <p:spPr>
          <a:xfrm>
            <a:off x="1142121" y="4979964"/>
            <a:ext cx="3165231" cy="126066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9118B2B8-54A9-5623-E411-4FF005FDA427}"/>
              </a:ext>
            </a:extLst>
          </p:cNvPr>
          <p:cNvSpPr/>
          <p:nvPr/>
        </p:nvSpPr>
        <p:spPr>
          <a:xfrm>
            <a:off x="3732627" y="1364566"/>
            <a:ext cx="881575" cy="69911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BB3A5B1-73C8-82BD-8B1A-47EB88F2ABED}"/>
              </a:ext>
            </a:extLst>
          </p:cNvPr>
          <p:cNvSpPr txBox="1"/>
          <p:nvPr/>
        </p:nvSpPr>
        <p:spPr>
          <a:xfrm>
            <a:off x="4748255" y="1364566"/>
            <a:ext cx="19192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110mm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删掉</a:t>
            </a:r>
            <a:endParaRPr kumimoji="1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65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28F2B19-AB55-4CD1-A9B3-5691367DB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42" y="914400"/>
            <a:ext cx="3642615" cy="197261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EBE0E90-ECFD-6DB7-1834-F552F79AA4A3}"/>
              </a:ext>
            </a:extLst>
          </p:cNvPr>
          <p:cNvSpPr txBox="1"/>
          <p:nvPr/>
        </p:nvSpPr>
        <p:spPr>
          <a:xfrm>
            <a:off x="515327" y="296839"/>
            <a:ext cx="106520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波形</a:t>
            </a:r>
            <a:r>
              <a:rPr kumimoji="1" lang="zh-CN" altLang="en-US" sz="3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如果是终版的话是不对的，波形界面和形状也有点不正确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76B336-7842-BEEA-6B93-97601E184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228" y="914400"/>
            <a:ext cx="3656838" cy="197261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5C78E52-27B5-FD35-F367-54A03B31AB96}"/>
              </a:ext>
            </a:extLst>
          </p:cNvPr>
          <p:cNvSpPr txBox="1"/>
          <p:nvPr/>
        </p:nvSpPr>
        <p:spPr>
          <a:xfrm>
            <a:off x="515327" y="2849602"/>
            <a:ext cx="114460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峰值锁定、目标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110mm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、平直基线、</a:t>
            </a:r>
            <a:r>
              <a:rPr kumimoji="1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112mm</a:t>
            </a: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这些提示词都应该删掉</a:t>
            </a:r>
            <a:endParaRPr kumimoji="1" lang="zh-CN" altLang="en-US" sz="3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DA054B6-A866-FA4D-7D42-9FBA3807E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42" y="3619500"/>
            <a:ext cx="2987794" cy="28194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1FAFBDA-26DD-4A46-252C-21048E54D6D0}"/>
              </a:ext>
            </a:extLst>
          </p:cNvPr>
          <p:cNvSpPr txBox="1"/>
          <p:nvPr/>
        </p:nvSpPr>
        <p:spPr>
          <a:xfrm>
            <a:off x="3995127" y="3870118"/>
            <a:ext cx="68252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如果要用简化格式建议参考我这张图的界面和波形形状。</a:t>
            </a:r>
            <a:endParaRPr kumimoji="1" lang="zh-CN" altLang="en-US" sz="3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4149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98</Words>
  <Application>Microsoft Macintosh PowerPoint</Application>
  <PresentationFormat>宽屏</PresentationFormat>
  <Paragraphs>11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FangSong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a299</dc:creator>
  <cp:lastModifiedBy>a299</cp:lastModifiedBy>
  <cp:revision>2</cp:revision>
  <dcterms:created xsi:type="dcterms:W3CDTF">2026-08-14T22:05:23Z</dcterms:created>
  <dcterms:modified xsi:type="dcterms:W3CDTF">2026-08-14T22:30:17Z</dcterms:modified>
</cp:coreProperties>
</file>