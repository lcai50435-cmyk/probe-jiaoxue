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3A653-A5D1-4E8B-BC9E-92674B207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DDD0E9-E848-7D63-9A4B-F03B2379F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A4ECC-597F-911D-2289-50F3682A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86333B-05A2-1E99-FE55-A4024EB1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5F83E-0810-0E73-EB0A-15FB8776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38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F492D-CE7A-55CE-6821-5E7ED150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12666-50BA-39CB-9E76-DFA842BA6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A18AD1-53DE-92C1-F7AC-13B470E5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804BE-8B13-0326-AFD9-1AAAAC76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418FF4-D833-9230-74BC-D6DF30DF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3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CD140-7F37-3518-796E-6235EAC62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6E004-E9D2-9C6A-8705-C7490BA4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A6FC0-5DC0-AB9D-C66F-B58B1C86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05E2FD-90BD-E765-EAE6-4129D7AC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49A5F-42B7-59A3-69C4-FF54EF3C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818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B21AE-F1D3-A38B-10DE-6A6E2520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678A64-2953-40E7-5CAC-2A84DBB3E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4FE5E9-0BF5-85A0-A5AC-ADD07FF87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C03D64-89B1-C462-8594-411DE9E0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928BBF-34C4-2754-468A-9DB86307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D638BD-B663-F432-09F1-798680A2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643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20822-A870-88D8-6842-A0BF5068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7F387-2D70-BEE9-1BA1-9FE9E645B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9F4DF3-A1B2-5B2E-71F6-843D5C59E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13CA02-2127-82A0-5B6C-D468E0C0E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1A611E-47F6-ADC3-9B13-FB86C034E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AD6DC1-5772-9F13-2ECE-57A7D723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88651D-9FF0-57AD-A6AA-D5A64EAC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EA7798-9280-5821-B192-0450EF8C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20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B25CE-F815-586B-6000-CA97D8AB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C5B499-E3EB-8D1E-8B8A-D1D14770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DE35DF-7C28-BF57-E2B6-2A459F69B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303905-E241-040D-0622-9E477B72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740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1417A1-0403-95A7-A5B1-FE233CF7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4518E8-E65B-FCD9-4651-420391D5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C19D20-16C7-CF76-A942-F608517B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40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7C7A9-E0BF-99F1-C099-2AC20A2C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7AF77-AE5C-ACB8-E6D4-490814EE8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D1DB45-176D-520D-1EC2-F4BF4559E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BE067-AF68-99D9-E3B4-6CF05254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F383C-20D2-B732-B6CA-8C52F56A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0B3D4-FEF9-6E99-E347-40AC3345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915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9C0A6-B9D7-ECE5-E422-FB07B764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73B5A9-FB89-BB72-D472-055D56E94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126C9-761E-F147-FCA9-4890E088E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F4FE0-43CC-795A-A5A9-892FF25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CA46CC-3743-517C-084D-CACFA55C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E499CE-89F7-C99C-8D58-CEE9D138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744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4EAED-4BB1-C36D-02FE-65E87BF6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A249A1-8C45-5DBF-D376-B0907F7F0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C4227E-C7D1-E0F9-8E4E-9F879059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250E5-0152-AE74-3775-4118C405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3ABD65-EDC2-C787-358C-06AC8B557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327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0F806B-B509-D8E2-5324-562816E5E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2836DD-438E-F331-7770-FB3A1F4A0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F680E-9E2E-9CBD-EFE2-A7A7D0E2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DAB59B-4ED0-DC26-CA01-A0BD2310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9ADB53-3ECE-8465-D926-02097AC2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267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E970BD-8796-EEC0-00BE-E9E9683D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89E75B-326C-C0F3-9781-033EFABA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80490-A412-E64C-8DD1-8A64C5F53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57EB3-B8E5-EC40-A932-E5A037FC244F}" type="datetimeFigureOut">
              <a:rPr kumimoji="1" lang="zh-CN" altLang="en-US" smtClean="0"/>
              <a:t>2026/8/30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A418F-7368-1A1C-8E64-C0DDBB516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C03FE3-F26A-0809-095F-EA3AC1739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D839C-AE93-BF41-98C0-EC6B41A63D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789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AC4766-DE5E-9E8A-1006-7DFA99E4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1434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752B31-13E6-C072-2C09-32C808D7B909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那我们开始选择探测仪器吧，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有问题随时长按我进行提问哦！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（两句话各占一行）</a:t>
            </a:r>
          </a:p>
        </p:txBody>
      </p:sp>
    </p:spTree>
    <p:extLst>
      <p:ext uri="{BB962C8B-B14F-4D97-AF65-F5344CB8AC3E}">
        <p14:creationId xmlns:p14="http://schemas.microsoft.com/office/powerpoint/2010/main" val="2382550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51D2994-30EA-C902-B3C0-810A7F3BB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9ACEC84-51D8-82D5-C066-F81E6122A184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探测前先在所有探测面</a:t>
            </a:r>
            <a:endParaRPr kumimoji="1" lang="en-US" altLang="zh-CN" sz="3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均匀涂抹耦合剂，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让超声波束更好传播</a:t>
            </a:r>
          </a:p>
        </p:txBody>
      </p:sp>
    </p:spTree>
    <p:extLst>
      <p:ext uri="{BB962C8B-B14F-4D97-AF65-F5344CB8AC3E}">
        <p14:creationId xmlns:p14="http://schemas.microsoft.com/office/powerpoint/2010/main" val="221041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85BF56C-DA7B-B495-C420-985EF31A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E84434-A3F7-DD09-A554-CEB1FAECD4D2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耦合剂涂好啦！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现在拿起探头，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放到轨头顶面，进行探测</a:t>
            </a:r>
          </a:p>
        </p:txBody>
      </p:sp>
    </p:spTree>
    <p:extLst>
      <p:ext uri="{BB962C8B-B14F-4D97-AF65-F5344CB8AC3E}">
        <p14:creationId xmlns:p14="http://schemas.microsoft.com/office/powerpoint/2010/main" val="387835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EDA6BFA-1B4F-AC62-0464-CFE8F495F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A34BAE-519C-8636-522A-759E103ED440}"/>
              </a:ext>
            </a:extLst>
          </p:cNvPr>
          <p:cNvSpPr txBox="1"/>
          <p:nvPr/>
        </p:nvSpPr>
        <p:spPr>
          <a:xfrm>
            <a:off x="2564524" y="4529958"/>
            <a:ext cx="7062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角度正确！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向前移动探头进行探测吧</a:t>
            </a:r>
          </a:p>
        </p:txBody>
      </p:sp>
    </p:spTree>
    <p:extLst>
      <p:ext uri="{BB962C8B-B14F-4D97-AF65-F5344CB8AC3E}">
        <p14:creationId xmlns:p14="http://schemas.microsoft.com/office/powerpoint/2010/main" val="397435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900393-5616-C110-D6BC-005FC92B1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BA02C64-1CDF-C11E-54FD-9F9FFE0CFE4A}"/>
              </a:ext>
            </a:extLst>
          </p:cNvPr>
          <p:cNvSpPr txBox="1"/>
          <p:nvPr/>
        </p:nvSpPr>
        <p:spPr>
          <a:xfrm>
            <a:off x="2564524" y="4529958"/>
            <a:ext cx="70629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非常好，成功在轨头顶面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探测到伤损了！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br>
              <a:rPr kumimoji="1" lang="en-US" altLang="zh-CN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接下来用多功能尺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确认一下具体出波位置</a:t>
            </a:r>
          </a:p>
        </p:txBody>
      </p:sp>
    </p:spTree>
    <p:extLst>
      <p:ext uri="{BB962C8B-B14F-4D97-AF65-F5344CB8AC3E}">
        <p14:creationId xmlns:p14="http://schemas.microsoft.com/office/powerpoint/2010/main" val="269754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405D463-BFF1-10E5-483F-40982CDD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49AC4D-AFB5-3AAB-E95B-00E222DD849A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可以看到探头入射点距离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本侧焊缝熔合线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正好也是</a:t>
            </a:r>
            <a:r>
              <a:rPr kumimoji="1" lang="en-US" altLang="zh-CN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110mm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</a:p>
        </p:txBody>
      </p:sp>
    </p:spTree>
    <p:extLst>
      <p:ext uri="{BB962C8B-B14F-4D97-AF65-F5344CB8AC3E}">
        <p14:creationId xmlns:p14="http://schemas.microsoft.com/office/powerpoint/2010/main" val="194616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2C6DBB-780B-6720-AEEC-9A4828933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5119"/>
            <a:ext cx="7772400" cy="35749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1B1C4B4-739B-E2E0-023F-08016565E634}"/>
              </a:ext>
            </a:extLst>
          </p:cNvPr>
          <p:cNvSpPr txBox="1"/>
          <p:nvPr/>
        </p:nvSpPr>
        <p:spPr>
          <a:xfrm>
            <a:off x="2564524" y="4529958"/>
            <a:ext cx="7062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这就说明我们在轨头顶面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利用新工艺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  <a:endParaRPr kumimoji="1" lang="en-US" altLang="zh-CN" sz="3000" dirty="0">
              <a:solidFill>
                <a:srgbClr val="FF0000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algn="ctr"/>
            <a:r>
              <a:rPr kumimoji="1" lang="zh-CN" altLang="en-US" sz="3000" dirty="0">
                <a:latin typeface="FangSong" panose="02010609060101010101" pitchFamily="49" charset="-122"/>
                <a:ea typeface="FangSong" panose="02010609060101010101" pitchFamily="49" charset="-122"/>
              </a:rPr>
              <a:t>成功捕捉到了伤损！</a:t>
            </a:r>
            <a:r>
              <a:rPr kumimoji="1" lang="zh-CN" altLang="en-US" sz="3000" dirty="0">
                <a:solidFill>
                  <a:srgbClr val="FF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（换行）</a:t>
            </a:r>
          </a:p>
        </p:txBody>
      </p:sp>
    </p:spTree>
    <p:extLst>
      <p:ext uri="{BB962C8B-B14F-4D97-AF65-F5344CB8AC3E}">
        <p14:creationId xmlns:p14="http://schemas.microsoft.com/office/powerpoint/2010/main" val="339182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172</Words>
  <Application>Microsoft Macintosh PowerPoint</Application>
  <PresentationFormat>宽屏</PresentationFormat>
  <Paragraphs>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1</cp:revision>
  <dcterms:created xsi:type="dcterms:W3CDTF">2026-08-30T09:59:24Z</dcterms:created>
  <dcterms:modified xsi:type="dcterms:W3CDTF">2026-08-30T10:28:27Z</dcterms:modified>
</cp:coreProperties>
</file>