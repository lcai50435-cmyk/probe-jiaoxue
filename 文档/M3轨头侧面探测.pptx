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64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2" id="{E15B8DB9-9485-1749-A0D7-2099E85052F0}">
          <p14:sldIdLst>
            <p14:sldId id="263"/>
            <p14:sldId id="264"/>
          </p14:sldIdLst>
        </p14:section>
        <p14:section name="M3" id="{9EB1C046-05B8-2445-96C3-71F2FCB0277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46"/>
  </p:normalViewPr>
  <p:slideViewPr>
    <p:cSldViewPr snapToGrid="0">
      <p:cViewPr varScale="1">
        <p:scale>
          <a:sx n="108" d="100"/>
          <a:sy n="10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95DB8-9AF5-6642-A6D7-E85F7A87F1F1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3DDA-2AAD-0D4E-966F-AC1078074E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435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669F0-8C0A-6344-8EE5-611AE7357D5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45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03B2F-37D4-C07A-5A44-273C96222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4C119E-5A04-9405-EAB7-E8D6F1616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549F3-5D5C-AF43-632B-F7D90E45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84B6F-4418-711C-111E-7E1E80FF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D71B3-2566-BD09-1F6C-D41BCEEB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57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51F05-3F3E-FB4A-E8CD-AA04EDBD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B289B4-50ED-3BEA-C790-00D302571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BBF84B-CCBA-ED02-E64B-4A643ED28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411D3-6209-DC59-5239-B90F263A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788931-E4AD-AA49-2D01-82951158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248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F1DF0-F4CA-036A-6CE3-3FF24815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8EE5-AC43-1D04-A8F0-377EC4EE2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04732-D0CC-C575-DB8A-44EA47B6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0E0FE2-C457-1E08-F4BB-C7814B36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BB65FF-9859-0D52-7125-773C522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47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77BBD-EB54-B270-A0A6-928E60DC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84956-93E5-F4FF-6A4F-EDAABA6CF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0D2328-B736-1DBE-CD15-07452960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6D1666-6DCC-B6F1-549B-BC954312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BEA48-160F-03C1-BF5E-DCC25EE4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3BB7D-A888-7EB9-7F19-4B69BEF3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79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56E0F-FE8C-4B5C-B4FE-05B97863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FAFC23-38B0-E4C8-5926-AC3BF8015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550B-B9F3-375B-D411-B428D1967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4C6CFB-CB3E-03C6-6E0E-2E27DA01F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343F29-0E5F-5827-6710-090DFEFE3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A8133-BE51-3899-E33C-F743214C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C97FCC-59ED-28DC-182E-C747AF01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BD5886-7D83-1DA5-67F9-78A4AD66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44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7805D-F892-A3FC-2021-83F4C154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D76768-31FE-0CB6-11C6-62F0ABCD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FAAB82-CF7A-3F1D-1779-D8E78E04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CFDED5-73AD-5E8A-98FA-98BE49E13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923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DCDF69-2969-A4E5-516A-618C9F1B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4305B3-0E74-84A6-9C1F-F0DD4035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B6FB98-86D9-CE39-74D3-C652AC59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168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1C07A-649E-03D2-2645-353CA719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5287E-D035-9782-3E05-91FD71A55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4EA20-D327-C951-FF3E-25B28222C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7B679E-09C9-DE0E-3CF4-3B544251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8FD999-3BFA-7384-F68D-9CF7B04C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404F92-ADE1-4482-0962-277ABB13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709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AA52F-B744-A548-0C28-D220CE47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A91CD9-0B7A-774D-152A-73EEF8D2D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B877FC-A140-0D16-B228-E67C15B05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EFC72E-1A39-75FC-DAD7-6E36CC78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F7EA2C-F29C-E282-BC74-054EF6E2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F8B0D2-F1AE-7ED8-09CE-9F432401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68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4F24C-6AF7-2667-7356-6DE34661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5FAAFF-6824-3E99-27BA-F72F047C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A94BAA-8B98-986F-A658-14ABCF64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A427B8-2F3A-DFAA-CD94-629EEEE9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71602-710B-788E-CB7A-A83CA912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580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8D5D71-052D-1331-F62F-BED351221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2FAFD9-81F3-68AE-B23E-C5F62E068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25D35-78CB-D850-D597-D1C249A8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B8B-46B1-AD26-3963-ABEDC82D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18F29-584F-1F42-A9A8-A8509345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33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88ABA9-4145-24E8-98DD-6C739EDF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D70487-BFBC-FEAB-2008-18BD1C82F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C9274-CDDD-C328-6F4D-635189B64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D04C4-98F8-312A-8265-3BFB7F2CC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7572C-4ECC-D542-C50E-E567ABF09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516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79F6354-1661-A1AB-2F87-6E70528A4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5" y="1530187"/>
            <a:ext cx="7772400" cy="3797625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55D64A85-F185-C62E-EF87-BA38D5C15B74}"/>
              </a:ext>
            </a:extLst>
          </p:cNvPr>
          <p:cNvSpPr/>
          <p:nvPr/>
        </p:nvSpPr>
        <p:spPr>
          <a:xfrm>
            <a:off x="3467595" y="2755075"/>
            <a:ext cx="522514" cy="5343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9101E-CA68-6CF9-1B90-E8C340373245}"/>
              </a:ext>
            </a:extLst>
          </p:cNvPr>
          <p:cNvSpPr txBox="1"/>
          <p:nvPr/>
        </p:nvSpPr>
        <p:spPr>
          <a:xfrm>
            <a:off x="225631" y="208896"/>
            <a:ext cx="119663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这个光线需要打到钢轨边缘才能被截断，之后所有类似的光线都同理，打到边缘或伤损才能中断，没有被任何界面阻挡的时候就直线传播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40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AB21B52-54AA-5A12-8220-8282DB90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37" y="1527717"/>
            <a:ext cx="7772400" cy="3802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238DA3F-41AD-019B-7D78-0AACDC74AAC5}"/>
              </a:ext>
            </a:extLst>
          </p:cNvPr>
          <p:cNvSpPr txBox="1"/>
          <p:nvPr/>
        </p:nvSpPr>
        <p:spPr>
          <a:xfrm>
            <a:off x="598715" y="716728"/>
            <a:ext cx="71682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探测到伤损后伤损可以变成橙色嘛？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42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20089A-EB5C-6F19-5235-9A1D8674C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24" y="1786061"/>
            <a:ext cx="10210352" cy="32858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863A55-A816-0398-A351-2BEFC476E716}"/>
              </a:ext>
            </a:extLst>
          </p:cNvPr>
          <p:cNvSpPr txBox="1"/>
          <p:nvPr/>
        </p:nvSpPr>
        <p:spPr>
          <a:xfrm>
            <a:off x="507670" y="139973"/>
            <a:ext cx="64987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探头起始位置：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位于钢轨左侧轨头侧面，无偏角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30428A-F06D-4D49-4B42-F840FA5B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6708">
            <a:off x="845988" y="1862738"/>
            <a:ext cx="1432516" cy="5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3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D55A-C675-DB13-25B7-09365F9A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AC9794-B63C-104F-505F-2098CF78F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24" y="1786061"/>
            <a:ext cx="10210352" cy="32858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A98B37-6FDD-EBBA-7482-05411C56A01B}"/>
              </a:ext>
            </a:extLst>
          </p:cNvPr>
          <p:cNvSpPr txBox="1"/>
          <p:nvPr/>
        </p:nvSpPr>
        <p:spPr>
          <a:xfrm>
            <a:off x="507670" y="306228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lvl="0"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定位尺平行于轨头侧面边缘线放置，借助定位尺向下偏转</a:t>
            </a:r>
            <a:r>
              <a:rPr kumimoji="1" lang="en-US" altLang="zh-CN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13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45D993-137A-4D3A-3899-613B4BF6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548" y="1839800"/>
            <a:ext cx="1376205" cy="4860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83C2831-8C6B-F643-6B31-C0716675F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388" y="1795412"/>
            <a:ext cx="3096000" cy="54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491F4A-DC87-CF3E-6F7A-21BCBEB0D2C0}"/>
              </a:ext>
            </a:extLst>
          </p:cNvPr>
          <p:cNvSpPr txBox="1"/>
          <p:nvPr/>
        </p:nvSpPr>
        <p:spPr>
          <a:xfrm>
            <a:off x="507670" y="5424537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注：探头大小一定要与尺子凹槽大小一致</a:t>
            </a:r>
            <a:endParaRPr kumimoji="1" lang="zh-CN" altLang="en-US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64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D7B1-AA84-1E9C-C398-F7674D5B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2E7F498-7D8A-BBA9-70EC-001EC23B8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24" y="1786061"/>
            <a:ext cx="10210352" cy="32858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8B40BCE-16D6-E0B9-7F0B-95980F034FD2}"/>
              </a:ext>
            </a:extLst>
          </p:cNvPr>
          <p:cNvSpPr txBox="1"/>
          <p:nvPr/>
        </p:nvSpPr>
        <p:spPr>
          <a:xfrm>
            <a:off x="507670" y="306228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探头向前移动：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lvl="0"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移动至探头入射点距本侧焊缝熔合线</a:t>
            </a:r>
            <a:r>
              <a:rPr kumimoji="1" lang="en-US" altLang="zh-CN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120mm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处</a:t>
            </a:r>
            <a:endParaRPr kumimoji="1" lang="en-US" altLang="zh-CN" sz="3000" dirty="0">
              <a:solidFill>
                <a:prstClr val="black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EA14A03-53D2-59AD-00E6-4851F892C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01" y="1798313"/>
            <a:ext cx="1432516" cy="5059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FB6B6D2-CA8D-29BD-6505-EE3961A59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38640">
            <a:off x="3431597" y="1774069"/>
            <a:ext cx="3066792" cy="540000"/>
          </a:xfrm>
          <a:prstGeom prst="rect">
            <a:avLst/>
          </a:prstGeom>
        </p:spPr>
      </p:pic>
      <p:sp>
        <p:nvSpPr>
          <p:cNvPr id="6" name="右箭头 5">
            <a:extLst>
              <a:ext uri="{FF2B5EF4-FFF2-40B4-BE49-F238E27FC236}">
                <a16:creationId xmlns:a16="http://schemas.microsoft.com/office/drawing/2014/main" id="{0F764C74-B367-732A-C6A2-9243704E561A}"/>
              </a:ext>
            </a:extLst>
          </p:cNvPr>
          <p:cNvSpPr/>
          <p:nvPr/>
        </p:nvSpPr>
        <p:spPr>
          <a:xfrm rot="17298721">
            <a:off x="2946783" y="2230485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AA6AF-2EF0-E21B-5860-DF2B0A24391E}"/>
              </a:ext>
            </a:extLst>
          </p:cNvPr>
          <p:cNvSpPr txBox="1"/>
          <p:nvPr/>
        </p:nvSpPr>
        <p:spPr>
          <a:xfrm>
            <a:off x="1642102" y="2633023"/>
            <a:ext cx="2904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探头入射点：探头中心</a:t>
            </a:r>
            <a:endParaRPr kumimoji="1" lang="zh-CN" altLang="en-US" sz="2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38FA9637-EEF7-A202-9233-E39EE8803D55}"/>
              </a:ext>
            </a:extLst>
          </p:cNvPr>
          <p:cNvSpPr/>
          <p:nvPr/>
        </p:nvSpPr>
        <p:spPr>
          <a:xfrm rot="4301279" flipH="1">
            <a:off x="5671222" y="2913815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38F7953-AB40-1046-3C1D-54DF9409F4BB}"/>
              </a:ext>
            </a:extLst>
          </p:cNvPr>
          <p:cNvCxnSpPr/>
          <p:nvPr/>
        </p:nvCxnSpPr>
        <p:spPr>
          <a:xfrm>
            <a:off x="5780683" y="2492477"/>
            <a:ext cx="0" cy="3406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1F0F59F-BB1C-82D9-1B3A-E0DFD8D6FCEE}"/>
              </a:ext>
            </a:extLst>
          </p:cNvPr>
          <p:cNvSpPr txBox="1"/>
          <p:nvPr/>
        </p:nvSpPr>
        <p:spPr>
          <a:xfrm>
            <a:off x="5617337" y="3370861"/>
            <a:ext cx="1555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焊缝熔合线</a:t>
            </a:r>
            <a:endParaRPr kumimoji="1" lang="zh-CN" altLang="en-US" sz="2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1FDD4002-DFE2-7C94-5E44-D4A4F2E72477}"/>
              </a:ext>
            </a:extLst>
          </p:cNvPr>
          <p:cNvCxnSpPr/>
          <p:nvPr/>
        </p:nvCxnSpPr>
        <p:spPr>
          <a:xfrm>
            <a:off x="3414967" y="2168853"/>
            <a:ext cx="2323312" cy="5288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E70F7F2-5FAA-8785-5D56-933631C9A47A}"/>
              </a:ext>
            </a:extLst>
          </p:cNvPr>
          <p:cNvSpPr txBox="1"/>
          <p:nvPr/>
        </p:nvSpPr>
        <p:spPr>
          <a:xfrm rot="752980">
            <a:off x="4428132" y="2633023"/>
            <a:ext cx="935422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120mm</a:t>
            </a:r>
            <a:endParaRPr kumimoji="1" lang="zh-CN" altLang="en-US" sz="2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572013-314B-E1F5-BCEF-C5336B95F5AC}"/>
              </a:ext>
            </a:extLst>
          </p:cNvPr>
          <p:cNvSpPr txBox="1"/>
          <p:nvPr/>
        </p:nvSpPr>
        <p:spPr>
          <a:xfrm>
            <a:off x="749247" y="5454730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素材按照本图示设计摆放即可。</a:t>
            </a:r>
            <a:endParaRPr kumimoji="1" lang="en-US" altLang="zh-CN" sz="3000" dirty="0">
              <a:solidFill>
                <a:prstClr val="black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433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8158-866E-0E7F-159F-7B0AFE4F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3818BB-7F5D-3AA9-F2AD-FA965334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0824" y="1786061"/>
            <a:ext cx="10210352" cy="3285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244D37-4748-649C-582A-CD21570BADB4}"/>
              </a:ext>
            </a:extLst>
          </p:cNvPr>
          <p:cNvSpPr txBox="1"/>
          <p:nvPr/>
        </p:nvSpPr>
        <p:spPr>
          <a:xfrm>
            <a:off x="507670" y="139973"/>
            <a:ext cx="64987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探头起始位置：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位于钢轨左侧轨头侧面，无偏角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7BA0BA-C3ED-5DCB-B0E0-A7FA84306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48512">
            <a:off x="2388068" y="-284413"/>
            <a:ext cx="9539474" cy="47983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AA901DC-9F90-B4AE-106A-A326A4822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36708">
            <a:off x="845988" y="1862738"/>
            <a:ext cx="1432516" cy="5059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62CD4B-C2FA-5B94-0E7E-0EE76E306523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5C3F8F-7511-DD8B-D849-40B20BAB0E06}"/>
              </a:ext>
            </a:extLst>
          </p:cNvPr>
          <p:cNvSpPr txBox="1"/>
          <p:nvPr/>
        </p:nvSpPr>
        <p:spPr>
          <a:xfrm>
            <a:off x="984320" y="2383342"/>
            <a:ext cx="203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探头入射点发出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16F0044-8AC0-3255-E75E-55E0BB5179AC}"/>
              </a:ext>
            </a:extLst>
          </p:cNvPr>
          <p:cNvCxnSpPr>
            <a:cxnSpLocks/>
          </p:cNvCxnSpPr>
          <p:nvPr/>
        </p:nvCxnSpPr>
        <p:spPr>
          <a:xfrm>
            <a:off x="1845391" y="1529252"/>
            <a:ext cx="0" cy="3573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19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EEBD-1713-A02B-34E2-FE28EB19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6C14D6-5011-91D3-F6B0-7CDA52AE0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0824" y="1786061"/>
            <a:ext cx="10210352" cy="3285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F1F7F0D-D20F-6465-298F-3E9F1B26CC69}"/>
              </a:ext>
            </a:extLst>
          </p:cNvPr>
          <p:cNvSpPr txBox="1"/>
          <p:nvPr/>
        </p:nvSpPr>
        <p:spPr>
          <a:xfrm>
            <a:off x="507670" y="657252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定位尺平行于轨头侧面边缘线放置，借助定位尺向下偏转</a:t>
            </a:r>
            <a:r>
              <a: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13</a:t>
            </a: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0B5F76-BF15-1E1F-D127-CD4E50D8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15548">
            <a:off x="2307056" y="985473"/>
            <a:ext cx="10516834" cy="52900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ECEC325-C234-5D30-1D72-7386EAE95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48" y="1839800"/>
            <a:ext cx="1376205" cy="4860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158430-4F2C-1530-41A2-078B55040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388" y="1795412"/>
            <a:ext cx="3096000" cy="54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7A35FA-A2EB-8133-2519-CE31E9CB472E}"/>
              </a:ext>
            </a:extLst>
          </p:cNvPr>
          <p:cNvSpPr txBox="1"/>
          <p:nvPr/>
        </p:nvSpPr>
        <p:spPr>
          <a:xfrm>
            <a:off x="507670" y="5424537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注：光线会一直传播到轨底。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7294D2-5BAD-B3BE-F381-A8832B69D04E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CFD2230-C584-C8DB-6A57-F6537AF8B564}"/>
              </a:ext>
            </a:extLst>
          </p:cNvPr>
          <p:cNvCxnSpPr>
            <a:cxnSpLocks/>
          </p:cNvCxnSpPr>
          <p:nvPr/>
        </p:nvCxnSpPr>
        <p:spPr>
          <a:xfrm>
            <a:off x="687561" y="2152075"/>
            <a:ext cx="547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1C51562-86C6-6A64-0DCE-E395883ED3D1}"/>
              </a:ext>
            </a:extLst>
          </p:cNvPr>
          <p:cNvCxnSpPr>
            <a:cxnSpLocks/>
          </p:cNvCxnSpPr>
          <p:nvPr/>
        </p:nvCxnSpPr>
        <p:spPr>
          <a:xfrm>
            <a:off x="869457" y="3322113"/>
            <a:ext cx="547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03401CF-43CE-CED6-1580-C7E8FCA77A3C}"/>
              </a:ext>
            </a:extLst>
          </p:cNvPr>
          <p:cNvCxnSpPr>
            <a:cxnSpLocks/>
          </p:cNvCxnSpPr>
          <p:nvPr/>
        </p:nvCxnSpPr>
        <p:spPr>
          <a:xfrm>
            <a:off x="432763" y="4831365"/>
            <a:ext cx="547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4E1EE53-A877-2339-7D5D-FC32CCEAA83A}"/>
              </a:ext>
            </a:extLst>
          </p:cNvPr>
          <p:cNvSpPr txBox="1"/>
          <p:nvPr/>
        </p:nvSpPr>
        <p:spPr>
          <a:xfrm>
            <a:off x="656220" y="1805743"/>
            <a:ext cx="7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轨头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80B416-38A1-91C1-FEF4-45DEF2D9DEA8}"/>
              </a:ext>
            </a:extLst>
          </p:cNvPr>
          <p:cNvSpPr txBox="1"/>
          <p:nvPr/>
        </p:nvSpPr>
        <p:spPr>
          <a:xfrm>
            <a:off x="835945" y="2996522"/>
            <a:ext cx="7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轨腰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1A8B29-0D5D-424B-B2EC-30275DB45A92}"/>
              </a:ext>
            </a:extLst>
          </p:cNvPr>
          <p:cNvSpPr txBox="1"/>
          <p:nvPr/>
        </p:nvSpPr>
        <p:spPr>
          <a:xfrm>
            <a:off x="432763" y="4462033"/>
            <a:ext cx="7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轨底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743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4D51-C45F-CC27-0A7E-CCF7F264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1AC706-B9AD-2DC5-4BD1-97C19308A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0824" y="1786061"/>
            <a:ext cx="10210352" cy="3285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D4384CB-AEEC-F560-9C64-78EAEC63B275}"/>
              </a:ext>
            </a:extLst>
          </p:cNvPr>
          <p:cNvSpPr txBox="1"/>
          <p:nvPr/>
        </p:nvSpPr>
        <p:spPr>
          <a:xfrm>
            <a:off x="507670" y="306228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探头向前移动：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移动至探头入射点距本侧焊缝熔合线</a:t>
            </a:r>
            <a:r>
              <a: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120mm</a:t>
            </a: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</a:t>
            </a:r>
            <a:endParaRPr kumimoji="1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951031-D61F-A91B-2C44-9A04485D8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747"/>
          <a:stretch>
            <a:fillRect/>
          </a:stretch>
        </p:blipFill>
        <p:spPr>
          <a:xfrm rot="20901419">
            <a:off x="3843059" y="1596347"/>
            <a:ext cx="2235159" cy="52900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613B12-85C4-9002-454E-92DF0A079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01" y="1798313"/>
            <a:ext cx="1432516" cy="5059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5767302-D9EF-5DF4-57C7-A8CCFB33C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38640">
            <a:off x="3431597" y="1774069"/>
            <a:ext cx="3066792" cy="540000"/>
          </a:xfrm>
          <a:prstGeom prst="rect">
            <a:avLst/>
          </a:prstGeom>
        </p:spPr>
      </p:pic>
      <p:sp>
        <p:nvSpPr>
          <p:cNvPr id="6" name="右箭头 5">
            <a:extLst>
              <a:ext uri="{FF2B5EF4-FFF2-40B4-BE49-F238E27FC236}">
                <a16:creationId xmlns:a16="http://schemas.microsoft.com/office/drawing/2014/main" id="{0C8B1E06-72A1-D686-55AB-27F806043643}"/>
              </a:ext>
            </a:extLst>
          </p:cNvPr>
          <p:cNvSpPr/>
          <p:nvPr/>
        </p:nvSpPr>
        <p:spPr>
          <a:xfrm rot="17298721">
            <a:off x="2946783" y="2230485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93D83D-93E2-FCCD-E628-BFA04D94B99F}"/>
              </a:ext>
            </a:extLst>
          </p:cNvPr>
          <p:cNvSpPr txBox="1"/>
          <p:nvPr/>
        </p:nvSpPr>
        <p:spPr>
          <a:xfrm>
            <a:off x="1642102" y="2633023"/>
            <a:ext cx="2904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探头入射点：探头中心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37D3340A-0824-089C-58CF-D06CFA1B73F3}"/>
              </a:ext>
            </a:extLst>
          </p:cNvPr>
          <p:cNvSpPr/>
          <p:nvPr/>
        </p:nvSpPr>
        <p:spPr>
          <a:xfrm rot="4301279" flipH="1">
            <a:off x="5671222" y="2913815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F9AB08-785C-19FF-58BA-5EF20AB55F99}"/>
              </a:ext>
            </a:extLst>
          </p:cNvPr>
          <p:cNvSpPr txBox="1"/>
          <p:nvPr/>
        </p:nvSpPr>
        <p:spPr>
          <a:xfrm rot="752980">
            <a:off x="4428132" y="2633023"/>
            <a:ext cx="935422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120mm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B0A32F-44A5-E815-EF2B-91D98953513E}"/>
              </a:ext>
            </a:extLst>
          </p:cNvPr>
          <p:cNvSpPr txBox="1"/>
          <p:nvPr/>
        </p:nvSpPr>
        <p:spPr>
          <a:xfrm>
            <a:off x="5617337" y="3370861"/>
            <a:ext cx="1555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焊缝熔合线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220D81-8B58-9F30-9A82-09673136AC21}"/>
              </a:ext>
            </a:extLst>
          </p:cNvPr>
          <p:cNvSpPr txBox="1"/>
          <p:nvPr/>
        </p:nvSpPr>
        <p:spPr>
          <a:xfrm>
            <a:off x="749247" y="5454730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光线在伤损处中断传播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39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39F8280-5B35-24ED-2A6F-8FF53E0F0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91" y="952364"/>
            <a:ext cx="7772400" cy="5600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4703E5A-1839-7381-4F2F-F253B5E56756}"/>
              </a:ext>
            </a:extLst>
          </p:cNvPr>
          <p:cNvSpPr txBox="1"/>
          <p:nvPr/>
        </p:nvSpPr>
        <p:spPr>
          <a:xfrm>
            <a:off x="433067" y="305250"/>
            <a:ext cx="4542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波形变化如下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A12374-AC5F-7BD8-E912-0E97A7A60924}"/>
              </a:ext>
            </a:extLst>
          </p:cNvPr>
          <p:cNvSpPr txBox="1"/>
          <p:nvPr/>
        </p:nvSpPr>
        <p:spPr>
          <a:xfrm>
            <a:off x="8271156" y="952364"/>
            <a:ext cx="3487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伤损波形状与始波完全相同。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23A59D-7C19-3625-6A16-B71886162CD0}"/>
              </a:ext>
            </a:extLst>
          </p:cNvPr>
          <p:cNvSpPr txBox="1"/>
          <p:nvPr/>
        </p:nvSpPr>
        <p:spPr>
          <a:xfrm>
            <a:off x="8271155" y="1906471"/>
            <a:ext cx="34877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伤损波从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160mm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处以短波形态开始出现，逐渐移动到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122-123mm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处出现最高波形，并以最高波形保持移动到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120mm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停止即可。</a:t>
            </a:r>
          </a:p>
        </p:txBody>
      </p:sp>
    </p:spTree>
    <p:extLst>
      <p:ext uri="{BB962C8B-B14F-4D97-AF65-F5344CB8AC3E}">
        <p14:creationId xmlns:p14="http://schemas.microsoft.com/office/powerpoint/2010/main" val="201321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287</Words>
  <Application>Microsoft Macintosh PowerPoint</Application>
  <PresentationFormat>宽屏</PresentationFormat>
  <Paragraphs>34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2</cp:revision>
  <dcterms:created xsi:type="dcterms:W3CDTF">2026-08-16T01:17:51Z</dcterms:created>
  <dcterms:modified xsi:type="dcterms:W3CDTF">2026-08-16T11:28:17Z</dcterms:modified>
</cp:coreProperties>
</file>