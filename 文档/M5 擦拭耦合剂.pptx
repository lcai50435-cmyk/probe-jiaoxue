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F9329-6F24-F37B-42A8-6269B7F15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BC9EB5-FEEA-FD6D-4561-3E830A96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631F25-152D-E59F-4B31-1F7FA3B4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486A4F-83E9-4267-550A-94CF0AAA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99FF46-DCE2-7EEA-E2DF-99EE41BD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722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310F5-8BC7-920F-3E82-F88C9B17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5E0CE0-E4F0-DF25-F412-3A9C42744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57AECC-EFB3-C520-7681-883B04FBC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F5FD8-845A-1982-0C2D-7F6E0D5D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CF6ADD-8048-A543-8150-6A497016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676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F4BA1-743A-0509-750B-2FF4D42ED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8C2369-0AE7-CC16-786F-C30722AAD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1C24E-9764-FE71-6AB9-6F9FCABA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03607-76DD-5E17-87C1-7D3A7377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A0C5D-E6CA-6518-5D2C-02EBBA79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702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B8FD4-A065-896D-6A73-6DF93BED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D96338-A083-4CD0-C6C2-E87D3E61A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07B019-324F-9FD1-AE22-EAAAAD41D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6690E0-2B60-79DB-9DCA-2A8FC5B5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8D1275-D41B-9F56-B112-CFD27B29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E17BAD-A45C-6661-5E95-28261DF62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48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AD61B-84D5-2627-1993-87E3C0B1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32D569-90F9-4F09-9174-FA420C9E7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6CBC40-41E6-6152-5C6A-141F8180E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FAF1A8-E172-385B-9971-6A0F9D1E7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46CB6F-B3B2-053D-7389-CC8A6345E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34C651-C9C4-7602-7D89-DB993F3D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D5EC25-4D9F-C71C-C140-69A7518D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1AD1CF-3C71-A825-1285-D96ECCB4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0710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9AAE8-264A-0087-9349-4F8FB548D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6E351A-DDD5-9A56-D19B-228574E2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C5E4A2-25A4-C68C-67B5-41ECD1F3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01B68B-A80D-AAA3-008C-F237879C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819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F833F-F1A2-C9DF-E847-6F4D43AE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06BEA8-27D5-9146-4ADE-38F1D6B09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4F3630-16B3-3951-8AAE-6608C0AA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885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846B5-A822-CE42-D3CA-609CEC37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C8335-5E15-9A64-E765-DAF165485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A7208C-D762-6254-73CB-674B580E7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25B1D8-8343-89AA-9CB8-DD9E7B8D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33E69A-2BAF-97E7-23D1-DCCADAE6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5EF877-27DD-4914-4E16-C02264DE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561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A9E3D-3846-0CE7-D9F4-0D3A7A2E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317479-3D61-C1B8-2B7F-D4527E86FF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E34B9A-4067-B641-7300-B98200D7E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4E4DCE-FBF7-D3C2-8B31-8753E25C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D2CF1A-BFE5-1434-D051-0405EF88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FA226-0FA7-4436-CADB-1260EAD49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905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82FAF-F05A-9A3A-DA69-1EEB2991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F94F8B-4F2D-67F3-2F17-F945FA106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B5F8D9-4CB8-F15B-459B-EB0ED2E0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142F28-F21F-331F-106A-B6036891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CF3F3-28A0-43A9-0304-BC9ED40D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4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10DE9D-265C-3CE0-974C-D28B3E374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A65BFA-EFA3-A4B3-020E-F9463C32E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CF416-76AC-ABB7-B859-02A3E09E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A9243-0F2C-E1D5-1411-D4F5687D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9C4CA-ADC0-FFF1-B8E8-B58E73A8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22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A6DE9C-12BD-0BF8-A441-A1CE04094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4FA993-8B61-9C3D-3EF1-C4A15026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65AAFC-5F7F-E722-562E-29E867ED1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BCCB4-99BD-0043-8FB4-FE12473A4A22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08EB6-2997-7F2C-9B6B-76578D7A5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B1CDC9-D779-0FC3-AA4D-C87D80068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EE0D4-9EA6-2D43-B069-D238D2D0B6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408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E3EA86-72CA-2B53-41BC-C526AA6FA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39740"/>
            <a:ext cx="7772400" cy="38091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846DAB7-88D8-E4C4-225A-404E9901BD6B}"/>
              </a:ext>
            </a:extLst>
          </p:cNvPr>
          <p:cNvSpPr txBox="1"/>
          <p:nvPr/>
        </p:nvSpPr>
        <p:spPr>
          <a:xfrm>
            <a:off x="262759" y="210207"/>
            <a:ext cx="5150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FangSong" panose="02010609060101010101" pitchFamily="49" charset="-122"/>
                <a:ea typeface="FangSong" panose="02010609060101010101" pitchFamily="49" charset="-122"/>
              </a:rPr>
              <a:t>M5</a:t>
            </a:r>
            <a:r>
              <a:rPr kumimoji="1" lang="zh-CN" altLang="en-US" sz="3200" b="1" dirty="0">
                <a:latin typeface="FangSong" panose="02010609060101010101" pitchFamily="49" charset="-122"/>
                <a:ea typeface="FangSong" panose="02010609060101010101" pitchFamily="49" charset="-122"/>
              </a:rPr>
              <a:t> 擦拭耦合剂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8348A9-5929-2804-7E07-94361218739F}"/>
              </a:ext>
            </a:extLst>
          </p:cNvPr>
          <p:cNvSpPr txBox="1"/>
          <p:nvPr/>
        </p:nvSpPr>
        <p:spPr>
          <a:xfrm>
            <a:off x="262758" y="794982"/>
            <a:ext cx="10625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FangSong" panose="02010609060101010101" pitchFamily="49" charset="-122"/>
                <a:ea typeface="FangSong" panose="02010609060101010101" pitchFamily="49" charset="-122"/>
              </a:rPr>
              <a:t>起始状态为</a:t>
            </a:r>
            <a:r>
              <a:rPr kumimoji="1" lang="en-US" altLang="zh-CN" sz="3200" b="1" dirty="0">
                <a:latin typeface="FangSong" panose="02010609060101010101" pitchFamily="49" charset="-122"/>
                <a:ea typeface="FangSong" panose="02010609060101010101" pitchFamily="49" charset="-122"/>
              </a:rPr>
              <a:t>M2</a:t>
            </a:r>
            <a:r>
              <a:rPr kumimoji="1" lang="zh-CN" altLang="en-US" sz="3200" b="1" dirty="0">
                <a:latin typeface="FangSong" panose="02010609060101010101" pitchFamily="49" charset="-122"/>
                <a:ea typeface="FangSong" panose="02010609060101010101" pitchFamily="49" charset="-122"/>
              </a:rPr>
              <a:t>轨头顶面视角，轨头顶面上涂有耦合剂</a:t>
            </a:r>
          </a:p>
        </p:txBody>
      </p:sp>
    </p:spTree>
    <p:extLst>
      <p:ext uri="{BB962C8B-B14F-4D97-AF65-F5344CB8AC3E}">
        <p14:creationId xmlns:p14="http://schemas.microsoft.com/office/powerpoint/2010/main" val="388791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95CD-84D7-2DC0-096F-3FA0CB7A8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5A8DEFA-F442-6407-BD77-8DCA6C80A1EC}"/>
              </a:ext>
            </a:extLst>
          </p:cNvPr>
          <p:cNvSpPr txBox="1"/>
          <p:nvPr/>
        </p:nvSpPr>
        <p:spPr>
          <a:xfrm>
            <a:off x="262759" y="210207"/>
            <a:ext cx="5150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M5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 擦拭耦合剂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2F1D85-6AC0-BCCD-333D-01921C5B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37" y="1528195"/>
            <a:ext cx="7772400" cy="4534823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35FEDF78-2744-819E-3C70-760A6E37580C}"/>
              </a:ext>
            </a:extLst>
          </p:cNvPr>
          <p:cNvSpPr/>
          <p:nvPr/>
        </p:nvSpPr>
        <p:spPr>
          <a:xfrm>
            <a:off x="4225159" y="1660634"/>
            <a:ext cx="1187669" cy="4729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ED2ED37F-1C82-44B6-9256-3CB0BE9C4102}"/>
              </a:ext>
            </a:extLst>
          </p:cNvPr>
          <p:cNvSpPr/>
          <p:nvPr/>
        </p:nvSpPr>
        <p:spPr>
          <a:xfrm rot="20061378">
            <a:off x="5372118" y="1464518"/>
            <a:ext cx="420414" cy="126125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13F6EE-56AB-5A13-802D-FADA9D981E8B}"/>
              </a:ext>
            </a:extLst>
          </p:cNvPr>
          <p:cNvSpPr txBox="1"/>
          <p:nvPr/>
        </p:nvSpPr>
        <p:spPr>
          <a:xfrm>
            <a:off x="5896303" y="1075859"/>
            <a:ext cx="3268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新增工具擦拭布</a:t>
            </a:r>
          </a:p>
        </p:txBody>
      </p:sp>
    </p:spTree>
    <p:extLst>
      <p:ext uri="{BB962C8B-B14F-4D97-AF65-F5344CB8AC3E}">
        <p14:creationId xmlns:p14="http://schemas.microsoft.com/office/powerpoint/2010/main" val="425960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05573-4A4F-2444-08B2-FFC401B8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AA1B29E-1EDB-74AF-0FF4-CBFC2908A182}"/>
              </a:ext>
            </a:extLst>
          </p:cNvPr>
          <p:cNvSpPr txBox="1"/>
          <p:nvPr/>
        </p:nvSpPr>
        <p:spPr>
          <a:xfrm>
            <a:off x="262759" y="210207"/>
            <a:ext cx="5150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M5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 擦拭耦合剂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485A00-4F2A-A25E-356D-09DA52034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37" y="1528195"/>
            <a:ext cx="7772400" cy="4534823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CAD2EE38-A599-113C-A288-AB837BDBF0C1}"/>
              </a:ext>
            </a:extLst>
          </p:cNvPr>
          <p:cNvSpPr/>
          <p:nvPr/>
        </p:nvSpPr>
        <p:spPr>
          <a:xfrm>
            <a:off x="4225159" y="1660634"/>
            <a:ext cx="1187669" cy="4729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32465D27-A1FC-E426-47A2-BA082BDC6892}"/>
              </a:ext>
            </a:extLst>
          </p:cNvPr>
          <p:cNvSpPr/>
          <p:nvPr/>
        </p:nvSpPr>
        <p:spPr>
          <a:xfrm rot="20061378">
            <a:off x="5372118" y="1464518"/>
            <a:ext cx="420414" cy="126125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158E2F-495C-D1A4-C060-578BDCC0CE69}"/>
              </a:ext>
            </a:extLst>
          </p:cNvPr>
          <p:cNvSpPr txBox="1"/>
          <p:nvPr/>
        </p:nvSpPr>
        <p:spPr>
          <a:xfrm>
            <a:off x="5896303" y="1075859"/>
            <a:ext cx="3268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新增工具擦拭布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E79BF1-4AC0-3AC2-4062-B3D94752B4FA}"/>
              </a:ext>
            </a:extLst>
          </p:cNvPr>
          <p:cNvSpPr txBox="1"/>
          <p:nvPr/>
        </p:nvSpPr>
        <p:spPr>
          <a:xfrm>
            <a:off x="8445062" y="2393847"/>
            <a:ext cx="37469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拖动擦拭布至钢轨顶面，由左侧至右侧进行擦拭，擦拭结束后，钢轨顶面蓝色耦合剂消失</a:t>
            </a:r>
          </a:p>
        </p:txBody>
      </p:sp>
    </p:spTree>
    <p:extLst>
      <p:ext uri="{BB962C8B-B14F-4D97-AF65-F5344CB8AC3E}">
        <p14:creationId xmlns:p14="http://schemas.microsoft.com/office/powerpoint/2010/main" val="354396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</Words>
  <Application>Microsoft Macintosh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1</cp:revision>
  <dcterms:created xsi:type="dcterms:W3CDTF">2026-08-17T01:19:30Z</dcterms:created>
  <dcterms:modified xsi:type="dcterms:W3CDTF">2026-08-17T01:24:00Z</dcterms:modified>
</cp:coreProperties>
</file>