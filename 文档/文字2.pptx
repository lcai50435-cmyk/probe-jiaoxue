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31"/>
  </p:normalViewPr>
  <p:slideViewPr>
    <p:cSldViewPr snapToGrid="0">
      <p:cViewPr>
        <p:scale>
          <a:sx n="100" d="100"/>
          <a:sy n="100" d="100"/>
        </p:scale>
        <p:origin x="92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3A653-A5D1-4E8B-BC9E-92674B207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DDD0E9-E848-7D63-9A4B-F03B2379F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A4ECC-597F-911D-2289-50F3682A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86333B-05A2-1E99-FE55-A4024EB1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5F83E-0810-0E73-EB0A-15FB8776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38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F492D-CE7A-55CE-6821-5E7ED150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12666-50BA-39CB-9E76-DFA842BA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A18AD1-53DE-92C1-F7AC-13B470E5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804BE-8B13-0326-AFD9-1AAAAC76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418FF4-D833-9230-74BC-D6DF30DF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3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CD140-7F37-3518-796E-6235EAC62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6E004-E9D2-9C6A-8705-C7490BA4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A6FC0-5DC0-AB9D-C66F-B58B1C86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5E2FD-90BD-E765-EAE6-4129D7AC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49A5F-42B7-59A3-69C4-FF54EF3C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818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B21AE-F1D3-A38B-10DE-6A6E2520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78A64-2953-40E7-5CAC-2A84DBB3E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4FE5E9-0BF5-85A0-A5AC-ADD07FF87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C03D64-89B1-C462-8594-411DE9E0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928BBF-34C4-2754-468A-9DB86307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D638BD-B663-F432-09F1-798680A2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643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20822-A870-88D8-6842-A0BF5068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7F387-2D70-BEE9-1BA1-9FE9E645B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9F4DF3-A1B2-5B2E-71F6-843D5C59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13CA02-2127-82A0-5B6C-D468E0C0E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1A611E-47F6-ADC3-9B13-FB86C034E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AD6DC1-5772-9F13-2ECE-57A7D723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88651D-9FF0-57AD-A6AA-D5A64EAC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EA7798-9280-5821-B192-0450EF8C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20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B25CE-F815-586B-6000-CA97D8AB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C5B499-E3EB-8D1E-8B8A-D1D14770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DE35DF-7C28-BF57-E2B6-2A459F69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303905-E241-040D-0622-9E477B72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740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1417A1-0403-95A7-A5B1-FE233CF7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4518E8-E65B-FCD9-4651-420391D5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C19D20-16C7-CF76-A942-F608517B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40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7C7A9-E0BF-99F1-C099-2AC20A2C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7AF77-AE5C-ACB8-E6D4-490814EE8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D1DB45-176D-520D-1EC2-F4BF4559E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BE067-AF68-99D9-E3B4-6CF05254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F383C-20D2-B732-B6CA-8C52F56A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0B3D4-FEF9-6E99-E347-40AC3345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915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9C0A6-B9D7-ECE5-E422-FB07B764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73B5A9-FB89-BB72-D472-055D56E94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126C9-761E-F147-FCA9-4890E088E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F4FE0-43CC-795A-A5A9-892FF25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CA46CC-3743-517C-084D-CACFA55C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E499CE-89F7-C99C-8D58-CEE9D138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744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4EAED-4BB1-C36D-02FE-65E87BF6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A249A1-8C45-5DBF-D376-B0907F7F0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C4227E-C7D1-E0F9-8E4E-9F879059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250E5-0152-AE74-3775-4118C405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3ABD65-EDC2-C787-358C-06AC8B55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327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0F806B-B509-D8E2-5324-562816E5E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2836DD-438E-F331-7770-FB3A1F4A0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F680E-9E2E-9CBD-EFE2-A7A7D0E2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DAB59B-4ED0-DC26-CA01-A0BD2310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ADB53-3ECE-8465-D926-02097AC2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267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E970BD-8796-EEC0-00BE-E9E9683D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89E75B-326C-C0F3-9781-033EFABA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80490-A412-E64C-8DD1-8A64C5F53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57EB3-B8E5-EC40-A932-E5A037FC244F}" type="datetimeFigureOut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A418F-7368-1A1C-8E64-C0DDBB516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C03FE3-F26A-0809-095F-EA3AC1739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789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AC4766-DE5E-9E8A-1006-7DFA99E4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1434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752B31-13E6-C072-2C09-32C808D7B909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那我们开始选择探测仪器吧，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有问题随时长按我进行提问哦！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（两句话各占一行）</a:t>
            </a:r>
          </a:p>
        </p:txBody>
      </p:sp>
    </p:spTree>
    <p:extLst>
      <p:ext uri="{BB962C8B-B14F-4D97-AF65-F5344CB8AC3E}">
        <p14:creationId xmlns:p14="http://schemas.microsoft.com/office/powerpoint/2010/main" val="238255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0803E0-AEF4-BE96-2D9E-3452486BB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BCA05BD-6220-0CB4-93EC-42736F915A8C}"/>
              </a:ext>
            </a:extLst>
          </p:cNvPr>
          <p:cNvSpPr txBox="1"/>
          <p:nvPr/>
        </p:nvSpPr>
        <p:spPr>
          <a:xfrm>
            <a:off x="2564524" y="4529958"/>
            <a:ext cx="7062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看！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绿色光束模拟超声波束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遇到红色伤损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会中断传播并发生反射！</a:t>
            </a:r>
          </a:p>
        </p:txBody>
      </p:sp>
    </p:spTree>
    <p:extLst>
      <p:ext uri="{BB962C8B-B14F-4D97-AF65-F5344CB8AC3E}">
        <p14:creationId xmlns:p14="http://schemas.microsoft.com/office/powerpoint/2010/main" val="206230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66D1C3-2CFA-3D02-06B9-02AD1215E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1DCB76-001C-89A7-A897-CC3FC956FAAF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角度正确！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可以向前移动探头啦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46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3E094F-5B0A-3830-088A-291D99C8B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29C18D-CB3C-018F-8C48-8FC8B2FC2357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很棒！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在轨头侧面也探测到了伤损！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用多功能尺测量确认一下出波位置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365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8A32DD0-BF2E-0BAA-F6F9-2EDDFFEE9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ED4FA4-E04B-A959-F058-BDB73CC5F210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探头入射点距离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本侧焊缝熔合线</a:t>
            </a:r>
            <a:r>
              <a:rPr kumimoji="1" lang="en-US" altLang="zh-CN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120mm</a:t>
            </a:r>
          </a:p>
        </p:txBody>
      </p:sp>
    </p:spTree>
    <p:extLst>
      <p:ext uri="{BB962C8B-B14F-4D97-AF65-F5344CB8AC3E}">
        <p14:creationId xmlns:p14="http://schemas.microsoft.com/office/powerpoint/2010/main" val="329363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7A8CBEC-7B7A-3140-9C9F-4BCDBD5A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51E22F-E800-C7D8-1273-91BC7F4A511B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点击透视视图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看看超声波传播路径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554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90F1084-C9D8-5C01-DD82-3BFA976A0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C9449A1-6050-69D0-1F67-B209C27D5E38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轨头侧面伤损探测完成，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点击进入轨腰部位探测吧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81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6C58AF-EFE4-11B5-FE2B-531474091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8763A5-A04A-4025-D743-2EA1B7A76C24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现在把探头放在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轨腰最上端进行探测吧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4077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1A5F2E-7F55-FCB9-8DD1-083C40C2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76CB941-8487-2BD3-F7F1-C03C15F07232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角度正确！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可以向前移动探头啦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097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24454C-954D-7503-5EEA-D1D6E27E4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7BCDCC-93B7-D2EF-8F77-B71549D1C397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轨腰部位也探测到伤损了！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用多功能尺确认一下出波位置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714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9D51CD-6E4D-6B41-BDFC-6E929A181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13F17A5-746A-03D5-AD10-AAB29E1B56D7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探头入射点距离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本侧焊缝熔合线</a:t>
            </a:r>
            <a:r>
              <a:rPr kumimoji="1" lang="en-US" altLang="zh-CN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40mm</a:t>
            </a:r>
          </a:p>
        </p:txBody>
      </p:sp>
    </p:spTree>
    <p:extLst>
      <p:ext uri="{BB962C8B-B14F-4D97-AF65-F5344CB8AC3E}">
        <p14:creationId xmlns:p14="http://schemas.microsoft.com/office/powerpoint/2010/main" val="2669942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9DFFCB9-4476-DB78-8656-6323CAAE7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58E0272-F759-2665-F4FF-EFA04A7FD78C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点击透视视图看一下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超声波传播路径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18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F8C1EC-1999-0D79-BD11-E581305F1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7AC5CE-83CA-CD48-125F-497E9B8C1373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三方位探测全部完成啦！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但还有最后一步工作哦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8806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E45D39-9F6C-F5D5-2162-3E7951ED0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49941B-D8C0-B423-EAEC-8B026783E9D3}"/>
              </a:ext>
            </a:extLst>
          </p:cNvPr>
          <p:cNvSpPr txBox="1"/>
          <p:nvPr/>
        </p:nvSpPr>
        <p:spPr>
          <a:xfrm>
            <a:off x="2564524" y="4529958"/>
            <a:ext cx="7062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根据</a:t>
            </a:r>
            <a:r>
              <a:rPr kumimoji="1" lang="en-US" altLang="zh-CN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《</a:t>
            </a:r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安规</a:t>
            </a:r>
            <a:r>
              <a:rPr kumimoji="1" lang="en-US" altLang="zh-CN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》</a:t>
            </a:r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规定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“焊缝探伤作业后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钢轨顶面上的焊缝探伤耦合剂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必须擦除干净。”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7614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9ABA0FB-09CA-2DC9-F967-99EBD8EF2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771BE1-A391-2144-4EB6-7CE9403B6D21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恭喜你！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完整掌握了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“三位一体、交叉验证”新工艺！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3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7C22C6F-0F87-48D8-0DB5-BD0F5D27E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C516F0D-44B1-58D3-6B5C-617BA08234C8}"/>
              </a:ext>
            </a:extLst>
          </p:cNvPr>
          <p:cNvSpPr txBox="1"/>
          <p:nvPr/>
        </p:nvSpPr>
        <p:spPr>
          <a:xfrm>
            <a:off x="1206062" y="4529958"/>
            <a:ext cx="9388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“重置</a:t>
            </a:r>
            <a:r>
              <a:rPr kumimoji="1" lang="en-US" altLang="zh-CN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M3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流程？”可以改成“重置轨头侧面探测？”吗？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5C48E6-B466-4117-A38A-144936290B45}"/>
              </a:ext>
            </a:extLst>
          </p:cNvPr>
          <p:cNvSpPr txBox="1"/>
          <p:nvPr/>
        </p:nvSpPr>
        <p:spPr>
          <a:xfrm>
            <a:off x="1117162" y="5083956"/>
            <a:ext cx="9388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要是可以所有的重置都需要修改一下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“重置</a:t>
            </a:r>
            <a:r>
              <a:rPr kumimoji="1" lang="en-US" altLang="zh-CN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M2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流程？”可以改成“重置轨头顶面探测？”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“重置</a:t>
            </a:r>
            <a:r>
              <a:rPr kumimoji="1" lang="en-US" altLang="zh-CN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M4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流程？”可以改成“重置轨腰部位探测？”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385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346</Words>
  <Application>Microsoft Macintosh PowerPoint</Application>
  <PresentationFormat>宽屏</PresentationFormat>
  <Paragraphs>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2</cp:revision>
  <dcterms:created xsi:type="dcterms:W3CDTF">2026-08-30T09:59:24Z</dcterms:created>
  <dcterms:modified xsi:type="dcterms:W3CDTF">2026-08-31T13:13:00Z</dcterms:modified>
</cp:coreProperties>
</file>