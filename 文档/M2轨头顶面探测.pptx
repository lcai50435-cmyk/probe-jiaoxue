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31"/>
  </p:normalViewPr>
  <p:slideViewPr>
    <p:cSldViewPr snapToGrid="0">
      <p:cViewPr varScale="1">
        <p:scale>
          <a:sx n="120" d="100"/>
          <a:sy n="120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12C04-231D-4B9B-B4D7-05D30C94E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8057DD-17C3-A501-80EF-D70B64C28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068CE-CF49-51A1-EDA8-F7B37438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25205-46D7-691C-3A74-0E70A8B2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66431-0C79-7798-8F9A-6AC70857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110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E17AE-68AB-211C-353E-A06FA648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B7616-5454-0E2D-B016-B468595F0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9B1E21-E1B1-0C12-6936-01AEA153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69747-0957-14F3-F578-D1A460F0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3DDCD6-BFEF-2D44-090B-3DF9D98C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54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60967-5991-1818-119F-987458CFC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5BDCC-2673-72FB-73CC-1CA932E14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EDEC0A-B098-ED42-3222-E6C84E93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1E385-1B51-C698-5DF7-B50D1D5D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E327D-EF4A-DFD9-CCEA-90246F91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266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EB049-DC50-405E-EE41-76F45CE5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BF74F-2EBA-4D2B-087C-BE5241F03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81DF45-D369-49D8-4AEF-9791CD575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A026D7-655F-C4E9-8F05-6B19C1AB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7F54FB-A8D5-5C09-A7E8-448F8BEE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5CD336-C70F-ADCD-0DBB-F7089691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744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C4A05-3F90-8EB5-2279-515DD674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5E91A1-C51A-00EC-CB72-318882EB2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062D6F-577E-3EB9-9238-7E064FE9F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CFF914-85DF-117C-0C10-CEE6F955F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33E5EF-48F5-2F86-A9B9-01DAF9991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E16BCD-4A69-AD44-ECF8-48139464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69F149-7250-AF72-2F50-45B01908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3FBF76-27B1-772A-BE9E-F074D664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337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33898-B671-37D8-1344-DC245F31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ABE3BA-B64F-B8C7-3653-10198E10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5016E1-A1F2-98B5-CCDF-208D8180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1EEBD1-15B8-00E5-6A46-9337B742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323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49E543-7718-5251-FED6-E4CFB7F9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C685C7-6D8B-F3BF-FE55-6E4FC809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CC3A2-48BA-AEE1-BBBD-F2B9AA8C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37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06D5D-4B15-A4DF-E4C6-61FE1252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849F6A-00D6-AF0A-AEB8-37BF85BBB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2C90CD-EB64-B928-9BCB-85D563652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2DB735-6BE4-652E-B8C5-8438A20E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649A9E-75F2-2BD6-54B7-8CE9CB48D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E55744-4C9B-E197-350F-546309CE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22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95E99-47F4-4F1B-DDD5-69058DF9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D9DD21-FA4C-A2D5-AD43-89B17883C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6AEDCB-60DA-02E4-C282-93765358E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F4D858-AE51-CC12-3079-BB96D5EE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E1886-3F6A-CDC0-C09A-B95BB26B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CA39C2-60E5-293B-5522-282A731D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48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CB07A-A74F-86DD-4498-5B751D43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D9C0F4-D43E-3C90-D2D6-5ABBA44A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C9FCE-EC9F-7B2B-6D69-3211CC91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A3BF3-9A1B-EFF5-6CDA-75D361B4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B1AC3-852B-63D9-4A2B-65C88394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105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F1510B-1AF9-CB3A-9F12-D80C03F15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7F4CB7-063D-443D-5F67-A2E2B8ABC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081E6-1B0C-5609-7F21-8D26C83A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623C6-5965-32D4-0678-34392695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21474-A152-E699-33F8-9D6D0FDF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68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6396AE-E9DF-8D38-CC88-8150A10D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255981-73B9-6EE0-4F45-B1B02D290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395E0C-3273-3759-69D4-4459F4D6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365A5-594F-8D40-8369-0801D437FA8D}" type="datetimeFigureOut">
              <a:rPr kumimoji="1" lang="zh-CN" altLang="en-US" smtClean="0"/>
              <a:t>2026/8/14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22CB0F-3B30-0F29-1BAB-361ED72A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975B63-6AD1-E519-0B1F-B9C292180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4AD55-C412-4E49-B913-40B9F23380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117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3DA1D47-89D6-AE47-BB2D-07F7D8BE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73" y="2136227"/>
            <a:ext cx="10483854" cy="258554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7C429E4-80C1-BA8C-30BD-A00EC0EC7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36708">
            <a:off x="548535" y="3168051"/>
            <a:ext cx="1894399" cy="66903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D96E367-36B7-6FEC-13C3-FF3FC87244AC}"/>
              </a:ext>
            </a:extLst>
          </p:cNvPr>
          <p:cNvSpPr txBox="1"/>
          <p:nvPr/>
        </p:nvSpPr>
        <p:spPr>
          <a:xfrm>
            <a:off x="854073" y="535921"/>
            <a:ext cx="640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latin typeface="FangSong" panose="02010609060101010101" pitchFamily="49" charset="-122"/>
                <a:ea typeface="FangSong" panose="02010609060101010101" pitchFamily="49" charset="-122"/>
              </a:rPr>
              <a:t>1</a:t>
            </a:r>
            <a:r>
              <a:rPr kumimoji="1" lang="zh-CN" altLang="en-US" sz="3000" b="1" dirty="0">
                <a:latin typeface="FangSong" panose="02010609060101010101" pitchFamily="49" charset="-122"/>
                <a:ea typeface="FangSong" panose="02010609060101010101" pitchFamily="49" charset="-122"/>
              </a:rPr>
              <a:t>探头起始位置：</a:t>
            </a:r>
            <a:endParaRPr kumimoji="1" lang="en-US" altLang="zh-CN" sz="30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钢轨左侧，轨头顶面中心线，无偏角</a:t>
            </a:r>
          </a:p>
        </p:txBody>
      </p:sp>
    </p:spTree>
    <p:extLst>
      <p:ext uri="{BB962C8B-B14F-4D97-AF65-F5344CB8AC3E}">
        <p14:creationId xmlns:p14="http://schemas.microsoft.com/office/powerpoint/2010/main" val="233051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3341F-18BB-56C8-B8A7-532A2FA8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44EB2B-28B1-66BD-FE8D-A25F3BE17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73" y="2136227"/>
            <a:ext cx="10483854" cy="258554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0A47A82-ECE0-DB7B-98D2-4C0AB7E4D74E}"/>
              </a:ext>
            </a:extLst>
          </p:cNvPr>
          <p:cNvSpPr txBox="1"/>
          <p:nvPr/>
        </p:nvSpPr>
        <p:spPr>
          <a:xfrm>
            <a:off x="854072" y="535921"/>
            <a:ext cx="6776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定位尺平行，借助定位尺向内偏转</a:t>
            </a:r>
            <a:r>
              <a: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10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F838F0-F55D-F78D-D63F-359C2B66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93402">
            <a:off x="643128" y="3220605"/>
            <a:ext cx="1894399" cy="6690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CE31700-2207-540F-D980-6A3859BC6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657" y="3090313"/>
            <a:ext cx="4041668" cy="7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1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0A6F-43BE-F894-72D2-2CA781A0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7B32188-1D03-F062-D124-4A9544232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73" y="2136227"/>
            <a:ext cx="10483854" cy="258554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0CC48B9-7A5A-F2BC-53B0-D0909CD7B7BD}"/>
              </a:ext>
            </a:extLst>
          </p:cNvPr>
          <p:cNvSpPr txBox="1"/>
          <p:nvPr/>
        </p:nvSpPr>
        <p:spPr>
          <a:xfrm>
            <a:off x="854072" y="535921"/>
            <a:ext cx="8268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移动至探头入射点距本侧焊缝熔合线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110mm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16E29BB-E1C0-D966-0158-CD8526E0E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93402">
            <a:off x="1589059" y="3220605"/>
            <a:ext cx="1894399" cy="6690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F8C678-6C37-F29B-3DE7-B9908A62A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2251">
            <a:off x="2996611" y="3173167"/>
            <a:ext cx="4090230" cy="7134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36792D0-1FC1-1ACB-6F33-F4CCF6B99BD5}"/>
              </a:ext>
            </a:extLst>
          </p:cNvPr>
          <p:cNvSpPr txBox="1"/>
          <p:nvPr/>
        </p:nvSpPr>
        <p:spPr>
          <a:xfrm>
            <a:off x="2536258" y="3760161"/>
            <a:ext cx="92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刻度尺</a:t>
            </a:r>
            <a:r>
              <a:rPr kumimoji="1" lang="en-US" altLang="zh-CN" sz="16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</a:t>
            </a:r>
            <a:endParaRPr kumimoji="1" lang="zh-CN" altLang="en-US" sz="16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20131F-38D1-7EA9-3FCA-31A244361DF1}"/>
              </a:ext>
            </a:extLst>
          </p:cNvPr>
          <p:cNvSpPr txBox="1"/>
          <p:nvPr/>
        </p:nvSpPr>
        <p:spPr>
          <a:xfrm>
            <a:off x="5185430" y="3360596"/>
            <a:ext cx="1341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刻度尺</a:t>
            </a:r>
            <a:r>
              <a:rPr kumimoji="1" lang="en-US" altLang="zh-CN" sz="1600" b="1" dirty="0">
                <a:solidFill>
                  <a:prstClr val="black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110</a:t>
            </a:r>
            <a:endParaRPr kumimoji="1" lang="zh-CN" altLang="en-US" sz="16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06B327EE-82A6-CB1A-CA3E-45238D038E73}"/>
              </a:ext>
            </a:extLst>
          </p:cNvPr>
          <p:cNvCxnSpPr>
            <a:cxnSpLocks/>
          </p:cNvCxnSpPr>
          <p:nvPr/>
        </p:nvCxnSpPr>
        <p:spPr>
          <a:xfrm>
            <a:off x="2879834" y="2871382"/>
            <a:ext cx="73573" cy="3447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6D5E0F6A-DAE1-E87A-38B1-7AA75E67FAA5}"/>
              </a:ext>
            </a:extLst>
          </p:cNvPr>
          <p:cNvCxnSpPr>
            <a:cxnSpLocks/>
          </p:cNvCxnSpPr>
          <p:nvPr/>
        </p:nvCxnSpPr>
        <p:spPr>
          <a:xfrm flipH="1">
            <a:off x="2918636" y="2510367"/>
            <a:ext cx="2932386" cy="5549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A65AAC86-D50C-15B5-329E-0A1ADF818270}"/>
              </a:ext>
            </a:extLst>
          </p:cNvPr>
          <p:cNvCxnSpPr>
            <a:cxnSpLocks/>
          </p:cNvCxnSpPr>
          <p:nvPr/>
        </p:nvCxnSpPr>
        <p:spPr>
          <a:xfrm>
            <a:off x="5814236" y="2337975"/>
            <a:ext cx="73573" cy="3447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77CCC1A-FCD8-8856-7E40-8D740F8AD56B}"/>
              </a:ext>
            </a:extLst>
          </p:cNvPr>
          <p:cNvSpPr txBox="1"/>
          <p:nvPr/>
        </p:nvSpPr>
        <p:spPr>
          <a:xfrm>
            <a:off x="2231522" y="2553417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探头入射点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03ACDA-8F1E-2777-E1ED-5EFC5EBFA825}"/>
              </a:ext>
            </a:extLst>
          </p:cNvPr>
          <p:cNvSpPr txBox="1"/>
          <p:nvPr/>
        </p:nvSpPr>
        <p:spPr>
          <a:xfrm>
            <a:off x="5167699" y="2021004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焊缝熔合线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1863DB-501F-AE16-137A-2CB2E176D52A}"/>
              </a:ext>
            </a:extLst>
          </p:cNvPr>
          <p:cNvSpPr txBox="1"/>
          <p:nvPr/>
        </p:nvSpPr>
        <p:spPr>
          <a:xfrm>
            <a:off x="3608971" y="2307614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prstClr val="black"/>
                </a:solidFill>
                <a:highlight>
                  <a:srgbClr val="FFFF00"/>
                </a:highlight>
                <a:latin typeface="FangSong" panose="02010609060101010101" pitchFamily="49" charset="-122"/>
                <a:ea typeface="FangSong" panose="02010609060101010101" pitchFamily="49" charset="-122"/>
              </a:rPr>
              <a:t>110mm</a:t>
            </a:r>
            <a:endParaRPr kumimoji="1" lang="zh-CN" altLang="en-US" sz="1600" dirty="0">
              <a:highlight>
                <a:srgbClr val="FFFF00"/>
              </a:highlight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833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6603-D0C8-FA75-5A9F-181ED3D6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BEFEB4-2F77-BBC0-399A-882BCD0B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4073" y="2138543"/>
            <a:ext cx="10483854" cy="258091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81130D8-44DE-705F-900A-D6C29B18F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726534">
            <a:off x="2626154" y="903889"/>
            <a:ext cx="7772400" cy="51841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85E0493-12B7-74EE-FF13-A459620E4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36708">
            <a:off x="465065" y="3199585"/>
            <a:ext cx="1894399" cy="66903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4A166DA-6A26-89E3-02F8-12788FFC90F4}"/>
              </a:ext>
            </a:extLst>
          </p:cNvPr>
          <p:cNvSpPr txBox="1"/>
          <p:nvPr/>
        </p:nvSpPr>
        <p:spPr>
          <a:xfrm>
            <a:off x="854073" y="535921"/>
            <a:ext cx="640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探头起始位置：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钢轨左侧，轨头顶面中心线，无偏角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55589D-F8CE-D6FF-653A-B1EF43955010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35A05C-C0D2-D08E-9D34-4963C8F331C5}"/>
              </a:ext>
            </a:extLst>
          </p:cNvPr>
          <p:cNvSpPr txBox="1"/>
          <p:nvPr/>
        </p:nvSpPr>
        <p:spPr>
          <a:xfrm>
            <a:off x="984320" y="3754945"/>
            <a:ext cx="1722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探头入射点发出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89617B73-1B61-C5E0-9ABA-5BA8391B8D55}"/>
              </a:ext>
            </a:extLst>
          </p:cNvPr>
          <p:cNvCxnSpPr>
            <a:cxnSpLocks/>
          </p:cNvCxnSpPr>
          <p:nvPr/>
        </p:nvCxnSpPr>
        <p:spPr>
          <a:xfrm>
            <a:off x="1845391" y="2900855"/>
            <a:ext cx="0" cy="3573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64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E154-0803-D4B7-7EF5-4E7D8998B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567CE46-49FC-B0E5-CE2A-53CDF045D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4073" y="2138542"/>
            <a:ext cx="10483854" cy="25809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F7FEE5-32DE-92C7-9A78-141CC053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215" b="62131"/>
          <a:stretch>
            <a:fillRect/>
          </a:stretch>
        </p:blipFill>
        <p:spPr>
          <a:xfrm rot="18832304">
            <a:off x="2164714" y="2153961"/>
            <a:ext cx="2392705" cy="196319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DA5E206-BE61-B395-8481-D475923F025A}"/>
              </a:ext>
            </a:extLst>
          </p:cNvPr>
          <p:cNvSpPr txBox="1"/>
          <p:nvPr/>
        </p:nvSpPr>
        <p:spPr>
          <a:xfrm>
            <a:off x="854072" y="535921"/>
            <a:ext cx="6776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定位尺平行，借助定位尺向内偏转</a:t>
            </a:r>
            <a:r>
              <a:rPr kumimoji="1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10</a:t>
            </a: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4784BE-618E-9113-8432-ED08626CD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93402">
            <a:off x="643128" y="3220605"/>
            <a:ext cx="1894399" cy="6690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AFD2D66-354B-BFA0-ACE7-9C587399A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657" y="3090313"/>
            <a:ext cx="4041668" cy="7116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273944-0CD5-1F57-30B5-664E8EE7D3D3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53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C37A-A379-9552-13C6-EBA76C0F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6FF919-7933-2554-47E9-21BF6147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4073" y="2138542"/>
            <a:ext cx="10483854" cy="25809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72E8FB-E7E0-C498-A446-9026191A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877" b="62131"/>
          <a:stretch>
            <a:fillRect/>
          </a:stretch>
        </p:blipFill>
        <p:spPr>
          <a:xfrm rot="18981077">
            <a:off x="3303653" y="2157156"/>
            <a:ext cx="2418955" cy="196319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4EDF192-EE69-E241-6D96-C8EF98A1A4B2}"/>
              </a:ext>
            </a:extLst>
          </p:cNvPr>
          <p:cNvSpPr txBox="1"/>
          <p:nvPr/>
        </p:nvSpPr>
        <p:spPr>
          <a:xfrm>
            <a:off x="854072" y="535921"/>
            <a:ext cx="8268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探头向前移动：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移动至探头入射点距本侧焊缝熔合线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110mm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处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A43B44-77A6-F70B-47CA-318367EDF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93402">
            <a:off x="1589059" y="3220605"/>
            <a:ext cx="1894399" cy="6690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C85A76-17D7-E49B-4D89-58EA7143B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92251">
            <a:off x="2996611" y="3173167"/>
            <a:ext cx="4090230" cy="7134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F451A1B-58CF-E73A-91FC-5A0701C5F00E}"/>
              </a:ext>
            </a:extLst>
          </p:cNvPr>
          <p:cNvSpPr txBox="1"/>
          <p:nvPr/>
        </p:nvSpPr>
        <p:spPr>
          <a:xfrm>
            <a:off x="2536258" y="3760161"/>
            <a:ext cx="927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刻度尺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F8A3C6-C48A-B1FC-22A9-F6E6529A2EE8}"/>
              </a:ext>
            </a:extLst>
          </p:cNvPr>
          <p:cNvSpPr txBox="1"/>
          <p:nvPr/>
        </p:nvSpPr>
        <p:spPr>
          <a:xfrm>
            <a:off x="5185430" y="3360596"/>
            <a:ext cx="1341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刻度尺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544DFE40-1DB6-222A-DD6D-02930B832B69}"/>
              </a:ext>
            </a:extLst>
          </p:cNvPr>
          <p:cNvCxnSpPr>
            <a:cxnSpLocks/>
          </p:cNvCxnSpPr>
          <p:nvPr/>
        </p:nvCxnSpPr>
        <p:spPr>
          <a:xfrm>
            <a:off x="2879834" y="2871382"/>
            <a:ext cx="73573" cy="3447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1021BBC4-C9A2-62E9-3FC7-415BE5632B76}"/>
              </a:ext>
            </a:extLst>
          </p:cNvPr>
          <p:cNvCxnSpPr>
            <a:cxnSpLocks/>
          </p:cNvCxnSpPr>
          <p:nvPr/>
        </p:nvCxnSpPr>
        <p:spPr>
          <a:xfrm flipH="1">
            <a:off x="2918636" y="2510367"/>
            <a:ext cx="2932386" cy="5549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03AD1CCE-31EF-0AD8-88B2-9FFAB969FA93}"/>
              </a:ext>
            </a:extLst>
          </p:cNvPr>
          <p:cNvCxnSpPr>
            <a:cxnSpLocks/>
          </p:cNvCxnSpPr>
          <p:nvPr/>
        </p:nvCxnSpPr>
        <p:spPr>
          <a:xfrm>
            <a:off x="5814236" y="2337975"/>
            <a:ext cx="73573" cy="3447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F1308A1-6568-1AC0-C506-7CAD565517B8}"/>
              </a:ext>
            </a:extLst>
          </p:cNvPr>
          <p:cNvSpPr txBox="1"/>
          <p:nvPr/>
        </p:nvSpPr>
        <p:spPr>
          <a:xfrm>
            <a:off x="2231522" y="2553417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探头入射点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38A737-006C-031B-8CB8-9F364D7BB62B}"/>
              </a:ext>
            </a:extLst>
          </p:cNvPr>
          <p:cNvSpPr txBox="1"/>
          <p:nvPr/>
        </p:nvSpPr>
        <p:spPr>
          <a:xfrm>
            <a:off x="5167699" y="2021004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焊缝熔合线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9BB44B2-3878-A1DD-2E43-8574EAC0F3CA}"/>
              </a:ext>
            </a:extLst>
          </p:cNvPr>
          <p:cNvSpPr txBox="1"/>
          <p:nvPr/>
        </p:nvSpPr>
        <p:spPr>
          <a:xfrm>
            <a:off x="3608971" y="2307614"/>
            <a:ext cx="1293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110mm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EEFDF6-DA38-22D7-A426-F51DF06E55CA}"/>
              </a:ext>
            </a:extLst>
          </p:cNvPr>
          <p:cNvSpPr txBox="1"/>
          <p:nvPr/>
        </p:nvSpPr>
        <p:spPr>
          <a:xfrm>
            <a:off x="5210611" y="258922"/>
            <a:ext cx="64018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透视图</a:t>
            </a:r>
            <a:endParaRPr kumimoji="1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09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140</Words>
  <Application>Microsoft Macintosh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2</cp:revision>
  <dcterms:created xsi:type="dcterms:W3CDTF">2026-08-14T13:59:46Z</dcterms:created>
  <dcterms:modified xsi:type="dcterms:W3CDTF">2026-08-14T14:47:20Z</dcterms:modified>
</cp:coreProperties>
</file>