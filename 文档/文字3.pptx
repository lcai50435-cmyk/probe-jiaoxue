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2" r:id="rId2"/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67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所有页面" id="{15EAF517-2343-8E43-AA91-6A2746641235}">
          <p14:sldIdLst>
            <p14:sldId id="292"/>
          </p14:sldIdLst>
        </p14:section>
        <p14:section name="M1" id="{EAC3B5D7-C2CE-D54C-BF93-F06ABAD5EB10}">
          <p14:sldIdLst>
            <p14:sldId id="256"/>
          </p14:sldIdLst>
        </p14:section>
        <p14:section name="M2" id="{69757072-12E6-BF4B-94C5-A4C38CCAEA74}">
          <p14:sldIdLst>
            <p14:sldId id="257"/>
            <p14:sldId id="259"/>
            <p14:sldId id="258"/>
            <p14:sldId id="260"/>
            <p14:sldId id="261"/>
            <p14:sldId id="262"/>
            <p14:sldId id="263"/>
          </p14:sldIdLst>
        </p14:section>
        <p14:section name="M3" id="{1FF9B624-C430-A841-9084-CDBFCEEB6505}">
          <p14:sldIdLst>
            <p14:sldId id="264"/>
            <p14:sldId id="265"/>
            <p14:sldId id="266"/>
            <p14:sldId id="268"/>
            <p14:sldId id="269"/>
            <p14:sldId id="267"/>
            <p14:sldId id="271"/>
          </p14:sldIdLst>
        </p14:section>
        <p14:section name="M4" id="{F8FCCD0A-56A1-DF40-B764-5F0970802EF0}">
          <p14:sldIdLst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M5" id="{519D06A2-3521-EC4D-B366-BA22966EA283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31"/>
  </p:normalViewPr>
  <p:slideViewPr>
    <p:cSldViewPr snapToGrid="0">
      <p:cViewPr varScale="1">
        <p:scale>
          <a:sx n="120" d="100"/>
          <a:sy n="120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2691C-CB5A-2C15-6236-6A55FEA55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1C0FC9-BABF-84F9-6195-AC1021A1C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C48616-FCE2-8522-54BC-D5DB32A17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ABB0-D51C-4345-A383-527EC16700D4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C83367-871A-23E5-573E-4E6552F1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F916AA-BF26-007E-0209-CC552A87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F25C-7D4D-C041-8503-EA1EAC97EB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3496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96C72-5E42-C573-70DA-014CDA2F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0CB67D-1B19-BC77-E8DD-DC8343D39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72F041-CB57-0DBF-5CDB-A04C279B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ABB0-D51C-4345-A383-527EC16700D4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0AC076-673C-229B-4447-355C3FDD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AD404E-1C01-AFBF-2A85-3C7EF8461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F25C-7D4D-C041-8503-EA1EAC97EB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3999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9C0054-2B5B-0981-39EC-8501615C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7FDE6D-26C9-036F-6620-6DB81ADF3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584346-E3C1-95F3-BA58-753E3075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ABB0-D51C-4345-A383-527EC16700D4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02A25-0ABE-4A89-1DB4-A489F6F6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2F2DD0-486F-75B4-BAD9-840B01398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F25C-7D4D-C041-8503-EA1EAC97EB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2832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FE0BF-70A0-A730-4353-E105B5E6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C1375D-270C-9543-2B79-3D050B8A8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109C64-4292-D261-F548-06E4B98EB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377444-A4D4-0927-8E68-3ED315349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ABB0-D51C-4345-A383-527EC16700D4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1C908E-559C-DC93-6D94-3AF87814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85AEA4-F9F8-45CC-E129-AAD90456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F25C-7D4D-C041-8503-EA1EAC97EB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753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337A00-249E-2FD2-53AE-8273EA339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F66A62-6099-010C-A9F9-F6355B077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8F22E2-70AC-984F-4CF5-27B4CA9D1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99F06FD-88A9-69A8-9D7C-F371B9A10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2DDCB9-9750-CA51-6B29-68287053F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596AAC-38A7-60A3-271E-3B249BB31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ABB0-D51C-4345-A383-527EC16700D4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3F483D-3AB2-B9E5-D775-EBE3BCE5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16A178E-DD15-2788-A5AA-15F406E57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F25C-7D4D-C041-8503-EA1EAC97EB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7929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784E0-9577-AE1A-E9B9-DF331395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5EF1D5-A8D9-2BE4-4AE7-7ADB15C66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ABB0-D51C-4345-A383-527EC16700D4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C39836-AC4A-FAD9-309F-BFBE447A0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5443E9-6E54-5D45-43F1-6AE85F03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F25C-7D4D-C041-8503-EA1EAC97EB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1035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295891-E713-7484-D52E-21449E3D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ABB0-D51C-4345-A383-527EC16700D4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B1E80B-F1D9-21F6-568E-D61D06BE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2BCEE3-ED5F-D02D-302E-01E7EE8AA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F25C-7D4D-C041-8503-EA1EAC97EB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1297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229C0-221D-96EA-775A-FB0E0586A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511313-6665-1338-8913-47AA68F12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8978D3-34CB-E919-7A3E-6F00AEB6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0CF11D-A797-8BA3-4975-BA2CCA14A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ABB0-D51C-4345-A383-527EC16700D4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89BB19-F17F-023C-B654-965C22D8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B3A1C5-425E-7141-8E1C-EFC190FB8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F25C-7D4D-C041-8503-EA1EAC97EB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846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59CE7-4217-B9BE-190E-29E23461F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DC093C7-2504-E830-6F5F-2DA2D02667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AEB0B9-CC19-D280-9AD9-15E3AC4A3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7289AA-6149-DE9F-362E-323D60988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ABB0-D51C-4345-A383-527EC16700D4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A8008E-E583-0029-1040-14DD4B4C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09ACAA-3567-155A-2D61-5EBC8395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F25C-7D4D-C041-8503-EA1EAC97EB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97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8BF5D-3890-4709-1C04-83121AA3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1E4FF1-DBE5-8CE6-49AF-EC09EF926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2AF634-176B-94DC-EFFD-C22FCBD6C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ABB0-D51C-4345-A383-527EC16700D4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D23F03-54A9-C484-BC05-C21612049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37C1A5-5B43-314D-B7DF-D526DF4C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F25C-7D4D-C041-8503-EA1EAC97EB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940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70CC11-69C5-F302-233F-9E52E76B6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3DB918-8E26-5A2A-9574-9FD999CCB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409B40-C201-5D88-5BF7-1887F1AA1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ABB0-D51C-4345-A383-527EC16700D4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E41616-04D4-78BE-8047-1AF6DBAC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7F2EC2-733C-D8D1-1D2F-294C1BB8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F25C-7D4D-C041-8503-EA1EAC97EB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660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6533CF-5A6C-D6BC-4457-BDB58277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E0C931-4EC1-02AF-16B4-788862AE3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C5FDC5-773B-771A-D08B-D58679869B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A9ABB0-D51C-4345-A383-527EC16700D4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D99A66-6545-1125-D029-A1B8CC483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AD06D8-13A8-B249-710A-A85BA46EB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AF25C-7D4D-C041-8503-EA1EAC97EB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6717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CF62A-84FF-998F-9FF0-07760E5CF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734645B-3CC3-F084-0DF3-F5D42CDBE756}"/>
              </a:ext>
            </a:extLst>
          </p:cNvPr>
          <p:cNvSpPr txBox="1"/>
          <p:nvPr/>
        </p:nvSpPr>
        <p:spPr>
          <a:xfrm>
            <a:off x="540924" y="2690336"/>
            <a:ext cx="111101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dirty="0"/>
              <a:t>1.</a:t>
            </a:r>
            <a:r>
              <a:rPr kumimoji="1" lang="zh-CN" altLang="en-US" sz="3000" dirty="0"/>
              <a:t>游戏中所有文字，能放大的都要尽量调大字号</a:t>
            </a:r>
            <a:endParaRPr kumimoji="1" lang="en-US" altLang="zh-CN" sz="3000" dirty="0"/>
          </a:p>
          <a:p>
            <a:r>
              <a:rPr kumimoji="1" lang="en-US" altLang="zh-CN" sz="3000" dirty="0"/>
              <a:t>2.</a:t>
            </a:r>
            <a:r>
              <a:rPr kumimoji="1" lang="zh-CN" altLang="en-US" sz="3000" dirty="0"/>
              <a:t>所有新增涉及“拖动”这种提示操作类的词语，在美观的前提下可以适当变色处理，更醒目</a:t>
            </a:r>
          </a:p>
        </p:txBody>
      </p:sp>
    </p:spTree>
    <p:extLst>
      <p:ext uri="{BB962C8B-B14F-4D97-AF65-F5344CB8AC3E}">
        <p14:creationId xmlns:p14="http://schemas.microsoft.com/office/powerpoint/2010/main" val="691190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AB40652-01D8-298C-C012-552ACE3B7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37" y="544246"/>
            <a:ext cx="10174926" cy="4680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BBFB2DF-976B-FD72-BE5B-778D1B0CE327}"/>
              </a:ext>
            </a:extLst>
          </p:cNvPr>
          <p:cNvSpPr txBox="1"/>
          <p:nvPr/>
        </p:nvSpPr>
        <p:spPr>
          <a:xfrm>
            <a:off x="1298917" y="5570806"/>
            <a:ext cx="9594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dirty="0"/>
              <a:t>可以在“涂抹耦合剂”按钮旁边加一个“点击这里”的提示</a:t>
            </a:r>
          </a:p>
        </p:txBody>
      </p:sp>
    </p:spTree>
    <p:extLst>
      <p:ext uri="{BB962C8B-B14F-4D97-AF65-F5344CB8AC3E}">
        <p14:creationId xmlns:p14="http://schemas.microsoft.com/office/powerpoint/2010/main" val="139602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A3AE8-F288-645B-8044-F9C44982E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B8783C4-D5AA-B4FC-7F7A-298593A4B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519646"/>
            <a:ext cx="10182753" cy="46836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AFBDBB0-5C8D-7E28-ACDE-EF6E13066485}"/>
              </a:ext>
            </a:extLst>
          </p:cNvPr>
          <p:cNvSpPr txBox="1"/>
          <p:nvPr/>
        </p:nvSpPr>
        <p:spPr>
          <a:xfrm>
            <a:off x="3854546" y="1069144"/>
            <a:ext cx="2241453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增加“拖动探头”提示</a:t>
            </a:r>
          </a:p>
        </p:txBody>
      </p:sp>
    </p:spTree>
    <p:extLst>
      <p:ext uri="{BB962C8B-B14F-4D97-AF65-F5344CB8AC3E}">
        <p14:creationId xmlns:p14="http://schemas.microsoft.com/office/powerpoint/2010/main" val="3936077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E625B-61B3-6FDF-3E5D-09C8C19E9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7665026A-813A-B7E2-AFDB-15E93BB93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367519"/>
            <a:ext cx="10182753" cy="46836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1FDE42E-6901-B94B-49B2-A55A4E5D173D}"/>
              </a:ext>
            </a:extLst>
          </p:cNvPr>
          <p:cNvSpPr txBox="1"/>
          <p:nvPr/>
        </p:nvSpPr>
        <p:spPr>
          <a:xfrm>
            <a:off x="3725593" y="928468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增加 “拖动多功能尺至探头处”提示</a:t>
            </a:r>
          </a:p>
        </p:txBody>
      </p:sp>
    </p:spTree>
    <p:extLst>
      <p:ext uri="{BB962C8B-B14F-4D97-AF65-F5344CB8AC3E}">
        <p14:creationId xmlns:p14="http://schemas.microsoft.com/office/powerpoint/2010/main" val="37535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A76EA-BBFF-AD2B-A716-246B59E7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597DD73-AEF8-FD28-EFC5-978348449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430815"/>
            <a:ext cx="10182753" cy="46836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7C53F34-81CD-FE37-895A-76DD715B20D7}"/>
              </a:ext>
            </a:extLst>
          </p:cNvPr>
          <p:cNvSpPr txBox="1"/>
          <p:nvPr/>
        </p:nvSpPr>
        <p:spPr>
          <a:xfrm>
            <a:off x="3530992" y="4023360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可以在这里增加一个“滑动此处调整偏角”提示</a:t>
            </a:r>
          </a:p>
        </p:txBody>
      </p:sp>
    </p:spTree>
    <p:extLst>
      <p:ext uri="{BB962C8B-B14F-4D97-AF65-F5344CB8AC3E}">
        <p14:creationId xmlns:p14="http://schemas.microsoft.com/office/powerpoint/2010/main" val="4209772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6BB8-D2A5-D54A-1A7D-747868007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C0CE11-542C-9FDD-FD76-4A23C4751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323583"/>
            <a:ext cx="10182753" cy="46836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55F088E-5D07-B80E-E946-BD3B2104379E}"/>
              </a:ext>
            </a:extLst>
          </p:cNvPr>
          <p:cNvSpPr txBox="1"/>
          <p:nvPr/>
        </p:nvSpPr>
        <p:spPr>
          <a:xfrm>
            <a:off x="3725593" y="900332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增加“拖动多功能尺放回工具栏”提示</a:t>
            </a:r>
          </a:p>
        </p:txBody>
      </p:sp>
    </p:spTree>
    <p:extLst>
      <p:ext uri="{BB962C8B-B14F-4D97-AF65-F5344CB8AC3E}">
        <p14:creationId xmlns:p14="http://schemas.microsoft.com/office/powerpoint/2010/main" val="95763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FCEAD-526B-A6EE-61CC-6388BE110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C9608FC-ADFA-AA81-249C-9E0E9AFA0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356140"/>
            <a:ext cx="10182753" cy="46836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7E2B3EA-0B32-C82A-473D-B1B20FA501DA}"/>
              </a:ext>
            </a:extLst>
          </p:cNvPr>
          <p:cNvSpPr txBox="1"/>
          <p:nvPr/>
        </p:nvSpPr>
        <p:spPr>
          <a:xfrm>
            <a:off x="3725593" y="900332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增加 “拖动探头向前移动”提示</a:t>
            </a:r>
          </a:p>
        </p:txBody>
      </p:sp>
    </p:spTree>
    <p:extLst>
      <p:ext uri="{BB962C8B-B14F-4D97-AF65-F5344CB8AC3E}">
        <p14:creationId xmlns:p14="http://schemas.microsoft.com/office/powerpoint/2010/main" val="3072024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48FE-F916-1428-6611-1B0837F3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821243A-310E-31F3-61CD-64B9B09EE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367493"/>
            <a:ext cx="10182753" cy="46836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7D9300A-0C14-8D48-2539-1F0A97DB8F83}"/>
              </a:ext>
            </a:extLst>
          </p:cNvPr>
          <p:cNvSpPr txBox="1"/>
          <p:nvPr/>
        </p:nvSpPr>
        <p:spPr>
          <a:xfrm>
            <a:off x="3725593" y="900332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增加“拖动多功能尺放在探头上方”提示</a:t>
            </a:r>
          </a:p>
        </p:txBody>
      </p:sp>
    </p:spTree>
    <p:extLst>
      <p:ext uri="{BB962C8B-B14F-4D97-AF65-F5344CB8AC3E}">
        <p14:creationId xmlns:p14="http://schemas.microsoft.com/office/powerpoint/2010/main" val="3499973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7DAC-CE50-94D2-08FC-42EA87CC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3170D1D-A403-E592-00A8-617989D57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488865"/>
            <a:ext cx="10182753" cy="46836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FD903BD-7A20-CEB8-93C9-2C79EE9FB725}"/>
              </a:ext>
            </a:extLst>
          </p:cNvPr>
          <p:cNvSpPr txBox="1"/>
          <p:nvPr/>
        </p:nvSpPr>
        <p:spPr>
          <a:xfrm>
            <a:off x="1298916" y="5353472"/>
            <a:ext cx="9594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/>
              <a:t>可以点击透视视图</a:t>
            </a:r>
            <a:r>
              <a:rPr kumimoji="1" lang="zh-CN" altLang="en-US" sz="3000" dirty="0">
                <a:solidFill>
                  <a:srgbClr val="FF0000"/>
                </a:solidFill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</a:endParaRPr>
          </a:p>
          <a:p>
            <a:pPr algn="ctr"/>
            <a:r>
              <a:rPr kumimoji="1" lang="zh-CN" altLang="en-US" sz="3000" dirty="0"/>
              <a:t>查看超声波传播路径</a:t>
            </a:r>
          </a:p>
        </p:txBody>
      </p:sp>
    </p:spTree>
    <p:extLst>
      <p:ext uri="{BB962C8B-B14F-4D97-AF65-F5344CB8AC3E}">
        <p14:creationId xmlns:p14="http://schemas.microsoft.com/office/powerpoint/2010/main" val="3385872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F6669-B3E4-708A-231B-4566E309B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E9B2DF6-A832-5015-549E-6C3B9F208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315632"/>
            <a:ext cx="10182753" cy="46836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58167DF-7C23-EC2E-D344-CBA714EF324F}"/>
              </a:ext>
            </a:extLst>
          </p:cNvPr>
          <p:cNvSpPr txBox="1"/>
          <p:nvPr/>
        </p:nvSpPr>
        <p:spPr>
          <a:xfrm>
            <a:off x="3376244" y="5198728"/>
            <a:ext cx="54395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dirty="0"/>
              <a:t>把探头放在轨头侧面，</a:t>
            </a:r>
            <a:r>
              <a:rPr kumimoji="1" lang="zh-CN" altLang="en-US" sz="3000" dirty="0">
                <a:solidFill>
                  <a:srgbClr val="FF0000"/>
                </a:solidFill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</a:endParaRPr>
          </a:p>
          <a:p>
            <a:r>
              <a:rPr kumimoji="1" lang="zh-CN" altLang="en-US" sz="3000" dirty="0"/>
              <a:t>准备进行探测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6E778F-B9F7-0E11-5DB6-92B32E71E403}"/>
              </a:ext>
            </a:extLst>
          </p:cNvPr>
          <p:cNvSpPr txBox="1"/>
          <p:nvPr/>
        </p:nvSpPr>
        <p:spPr>
          <a:xfrm>
            <a:off x="3725593" y="900332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增加“拖动探头”提示</a:t>
            </a:r>
          </a:p>
        </p:txBody>
      </p:sp>
    </p:spTree>
    <p:extLst>
      <p:ext uri="{BB962C8B-B14F-4D97-AF65-F5344CB8AC3E}">
        <p14:creationId xmlns:p14="http://schemas.microsoft.com/office/powerpoint/2010/main" val="4176543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A45E-E286-791F-33FF-440EB2F6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79E7459-F6C8-A171-1DF3-A42241B7C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400036"/>
            <a:ext cx="10182753" cy="46836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D052A1F-DDBB-624C-2141-5A912D5165F0}"/>
              </a:ext>
            </a:extLst>
          </p:cNvPr>
          <p:cNvSpPr txBox="1"/>
          <p:nvPr/>
        </p:nvSpPr>
        <p:spPr>
          <a:xfrm>
            <a:off x="3725593" y="928468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增加 “拖动多功能尺至探头处”提示</a:t>
            </a:r>
          </a:p>
        </p:txBody>
      </p:sp>
    </p:spTree>
    <p:extLst>
      <p:ext uri="{BB962C8B-B14F-4D97-AF65-F5344CB8AC3E}">
        <p14:creationId xmlns:p14="http://schemas.microsoft.com/office/powerpoint/2010/main" val="781616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243B5-BE58-7B48-2FD1-2B0BA08A8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4D98513-E2EE-D6B9-DB7A-D31E084FE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399159"/>
            <a:ext cx="10182753" cy="46836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A5A759F-FA9A-26C3-D1F6-54291BAEF9C2}"/>
              </a:ext>
            </a:extLst>
          </p:cNvPr>
          <p:cNvSpPr txBox="1"/>
          <p:nvPr/>
        </p:nvSpPr>
        <p:spPr>
          <a:xfrm>
            <a:off x="3530992" y="4023360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可以在这里增加一个“滑动此处调整偏角”提示</a:t>
            </a:r>
          </a:p>
        </p:txBody>
      </p:sp>
    </p:spTree>
    <p:extLst>
      <p:ext uri="{BB962C8B-B14F-4D97-AF65-F5344CB8AC3E}">
        <p14:creationId xmlns:p14="http://schemas.microsoft.com/office/powerpoint/2010/main" val="3821169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541F-CA46-4396-3BA0-72AD10E74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B2388F0-BDD2-0CB1-6EDD-0840A90C0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333723"/>
            <a:ext cx="10182753" cy="46836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E9EF6D9-1132-8BF5-D6CC-F6FDCEFD8D19}"/>
              </a:ext>
            </a:extLst>
          </p:cNvPr>
          <p:cNvSpPr txBox="1"/>
          <p:nvPr/>
        </p:nvSpPr>
        <p:spPr>
          <a:xfrm>
            <a:off x="3725593" y="900332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增加“拖动多功能尺放回工具栏”提示</a:t>
            </a:r>
          </a:p>
        </p:txBody>
      </p:sp>
    </p:spTree>
    <p:extLst>
      <p:ext uri="{BB962C8B-B14F-4D97-AF65-F5344CB8AC3E}">
        <p14:creationId xmlns:p14="http://schemas.microsoft.com/office/powerpoint/2010/main" val="3403461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0BA00-C03B-1114-DECC-45CEF170D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E429766-8C50-929E-20E4-DE43C3EB9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4" y="318801"/>
            <a:ext cx="10182753" cy="46836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A4CF540-7725-8290-0814-4FD67A1EF4D4}"/>
              </a:ext>
            </a:extLst>
          </p:cNvPr>
          <p:cNvSpPr txBox="1"/>
          <p:nvPr/>
        </p:nvSpPr>
        <p:spPr>
          <a:xfrm>
            <a:off x="3725593" y="900332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增加 “拖动探头向前移动”提示</a:t>
            </a:r>
          </a:p>
        </p:txBody>
      </p:sp>
    </p:spTree>
    <p:extLst>
      <p:ext uri="{BB962C8B-B14F-4D97-AF65-F5344CB8AC3E}">
        <p14:creationId xmlns:p14="http://schemas.microsoft.com/office/powerpoint/2010/main" val="3479774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2DC97-1AEB-AE22-C200-EA818152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8FEB7CE-A71E-0561-C07A-0C996F36B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285723"/>
            <a:ext cx="10182753" cy="46836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587AE85-596E-0F93-8A7D-578357AB86B3}"/>
              </a:ext>
            </a:extLst>
          </p:cNvPr>
          <p:cNvSpPr txBox="1"/>
          <p:nvPr/>
        </p:nvSpPr>
        <p:spPr>
          <a:xfrm>
            <a:off x="3725593" y="857800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增加“拖动多功能尺放在探头上方”提示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CAE651-C32B-E0DF-6DE5-C1998B3DB214}"/>
              </a:ext>
            </a:extLst>
          </p:cNvPr>
          <p:cNvSpPr/>
          <p:nvPr/>
        </p:nvSpPr>
        <p:spPr>
          <a:xfrm>
            <a:off x="7272670" y="1095153"/>
            <a:ext cx="1541721" cy="829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D1C05D99-5A89-F5BC-E798-E09713000FBD}"/>
              </a:ext>
            </a:extLst>
          </p:cNvPr>
          <p:cNvCxnSpPr/>
          <p:nvPr/>
        </p:nvCxnSpPr>
        <p:spPr>
          <a:xfrm flipV="1">
            <a:off x="8814391" y="1095153"/>
            <a:ext cx="574158" cy="1319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FAD4942-217F-B378-08F5-2AF7204CADD8}"/>
              </a:ext>
            </a:extLst>
          </p:cNvPr>
          <p:cNvSpPr txBox="1"/>
          <p:nvPr/>
        </p:nvSpPr>
        <p:spPr>
          <a:xfrm>
            <a:off x="9388549" y="648586"/>
            <a:ext cx="2541181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字号可以稍微调大一点，如果实在放不下，最后一句可以改成“用多功能尺测量（换行）确认一下出波位置</a:t>
            </a:r>
          </a:p>
        </p:txBody>
      </p:sp>
    </p:spTree>
    <p:extLst>
      <p:ext uri="{BB962C8B-B14F-4D97-AF65-F5344CB8AC3E}">
        <p14:creationId xmlns:p14="http://schemas.microsoft.com/office/powerpoint/2010/main" val="3065706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DA033-31C0-8066-5AD2-35F9018E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8FB6E72-CAE0-747E-10AC-2FB188F5A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210449"/>
            <a:ext cx="10182753" cy="46836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E278428-D163-3698-17BF-EEEC47E52753}"/>
              </a:ext>
            </a:extLst>
          </p:cNvPr>
          <p:cNvSpPr/>
          <p:nvPr/>
        </p:nvSpPr>
        <p:spPr>
          <a:xfrm>
            <a:off x="7187610" y="935665"/>
            <a:ext cx="1541721" cy="829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44431AD4-964F-37CF-9D89-10C57CDA2440}"/>
              </a:ext>
            </a:extLst>
          </p:cNvPr>
          <p:cNvCxnSpPr/>
          <p:nvPr/>
        </p:nvCxnSpPr>
        <p:spPr>
          <a:xfrm flipV="1">
            <a:off x="8729331" y="935665"/>
            <a:ext cx="574158" cy="1319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AAA130F-0A74-CB52-939C-CA02794ECF94}"/>
              </a:ext>
            </a:extLst>
          </p:cNvPr>
          <p:cNvSpPr txBox="1"/>
          <p:nvPr/>
        </p:nvSpPr>
        <p:spPr>
          <a:xfrm>
            <a:off x="9303489" y="489098"/>
            <a:ext cx="270066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这说明我们在轨头侧面（换行）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也探测到了伤损！</a:t>
            </a:r>
          </a:p>
        </p:txBody>
      </p:sp>
    </p:spTree>
    <p:extLst>
      <p:ext uri="{BB962C8B-B14F-4D97-AF65-F5344CB8AC3E}">
        <p14:creationId xmlns:p14="http://schemas.microsoft.com/office/powerpoint/2010/main" val="1856328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69322-0F5D-AFB0-91DD-92F4E1FBC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09151D0A-3F4D-6551-922B-1888754D5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4" y="320318"/>
            <a:ext cx="10182753" cy="46836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E96A472-864C-C490-998B-72AA0BA2A355}"/>
              </a:ext>
            </a:extLst>
          </p:cNvPr>
          <p:cNvSpPr txBox="1"/>
          <p:nvPr/>
        </p:nvSpPr>
        <p:spPr>
          <a:xfrm>
            <a:off x="3725593" y="900332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增加“拖动探头”提示</a:t>
            </a:r>
          </a:p>
        </p:txBody>
      </p:sp>
    </p:spTree>
    <p:extLst>
      <p:ext uri="{BB962C8B-B14F-4D97-AF65-F5344CB8AC3E}">
        <p14:creationId xmlns:p14="http://schemas.microsoft.com/office/powerpoint/2010/main" val="2705785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0043-0298-3AB6-490C-1C0514ED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910A9E7-F74A-840E-720E-A2F8E4B36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4" y="305804"/>
            <a:ext cx="10253195" cy="4716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F293949-7CA3-4F57-CDA0-E238F78E2927}"/>
              </a:ext>
            </a:extLst>
          </p:cNvPr>
          <p:cNvSpPr txBox="1"/>
          <p:nvPr/>
        </p:nvSpPr>
        <p:spPr>
          <a:xfrm>
            <a:off x="3725593" y="885936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增加 “拖动多功能尺至探头处”提示</a:t>
            </a:r>
          </a:p>
        </p:txBody>
      </p:sp>
    </p:spTree>
    <p:extLst>
      <p:ext uri="{BB962C8B-B14F-4D97-AF65-F5344CB8AC3E}">
        <p14:creationId xmlns:p14="http://schemas.microsoft.com/office/powerpoint/2010/main" val="3967644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96B50-4356-61A3-0066-A55A1DECB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5B128D5-F2F1-A869-FE20-025FA9290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4" y="625119"/>
            <a:ext cx="10182753" cy="46836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A3A6333-7AD4-1729-828F-4302059DAFAA}"/>
              </a:ext>
            </a:extLst>
          </p:cNvPr>
          <p:cNvSpPr txBox="1"/>
          <p:nvPr/>
        </p:nvSpPr>
        <p:spPr>
          <a:xfrm>
            <a:off x="3725594" y="4193481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可以在这里增加一个“滑动此处调整偏角”提示</a:t>
            </a:r>
          </a:p>
        </p:txBody>
      </p:sp>
    </p:spTree>
    <p:extLst>
      <p:ext uri="{BB962C8B-B14F-4D97-AF65-F5344CB8AC3E}">
        <p14:creationId xmlns:p14="http://schemas.microsoft.com/office/powerpoint/2010/main" val="750391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2268B-C503-4031-E421-F68640A45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238685-4323-872F-6078-39CE16573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4" y="327407"/>
            <a:ext cx="10182753" cy="46836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4D6BE96-04D8-6A45-471F-AF838736A976}"/>
              </a:ext>
            </a:extLst>
          </p:cNvPr>
          <p:cNvSpPr txBox="1"/>
          <p:nvPr/>
        </p:nvSpPr>
        <p:spPr>
          <a:xfrm>
            <a:off x="3725593" y="900332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增加“拖动多功能尺放回工具栏”提示</a:t>
            </a:r>
          </a:p>
        </p:txBody>
      </p:sp>
    </p:spTree>
    <p:extLst>
      <p:ext uri="{BB962C8B-B14F-4D97-AF65-F5344CB8AC3E}">
        <p14:creationId xmlns:p14="http://schemas.microsoft.com/office/powerpoint/2010/main" val="2877507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9EF2-96AB-8DF6-EA0C-846DDB71D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D951F52-CC0F-82D9-5613-9291C385E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4" y="327405"/>
            <a:ext cx="10182753" cy="46836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854F2DC-8DD6-6EC5-2E8F-81C0BE1D7FCD}"/>
              </a:ext>
            </a:extLst>
          </p:cNvPr>
          <p:cNvSpPr txBox="1"/>
          <p:nvPr/>
        </p:nvSpPr>
        <p:spPr>
          <a:xfrm>
            <a:off x="3725593" y="900332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增加 “拖动探头向前移动”提示</a:t>
            </a:r>
          </a:p>
        </p:txBody>
      </p:sp>
    </p:spTree>
    <p:extLst>
      <p:ext uri="{BB962C8B-B14F-4D97-AF65-F5344CB8AC3E}">
        <p14:creationId xmlns:p14="http://schemas.microsoft.com/office/powerpoint/2010/main" val="4282993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957FA-F953-C8F7-7A04-C048C8BB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ADFAF9-7D2D-0EBF-9CF5-FD3BEE77C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4" y="284875"/>
            <a:ext cx="10182753" cy="46836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EA677DE-C937-FA19-FAF2-A79F9DBA6720}"/>
              </a:ext>
            </a:extLst>
          </p:cNvPr>
          <p:cNvSpPr txBox="1"/>
          <p:nvPr/>
        </p:nvSpPr>
        <p:spPr>
          <a:xfrm>
            <a:off x="3725593" y="857800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增加“拖动多功能尺放在探头下方”提示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23B70A-BBAA-4E72-50A9-66E7574DEA6D}"/>
              </a:ext>
            </a:extLst>
          </p:cNvPr>
          <p:cNvSpPr/>
          <p:nvPr/>
        </p:nvSpPr>
        <p:spPr>
          <a:xfrm>
            <a:off x="7272670" y="1095153"/>
            <a:ext cx="1541721" cy="829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20EEB506-14A6-E9F6-902E-38E84387D501}"/>
              </a:ext>
            </a:extLst>
          </p:cNvPr>
          <p:cNvCxnSpPr/>
          <p:nvPr/>
        </p:nvCxnSpPr>
        <p:spPr>
          <a:xfrm flipV="1">
            <a:off x="8814391" y="1095153"/>
            <a:ext cx="574158" cy="1319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864DB6D-FD12-B9A9-E7B5-CA9AF6F37FC7}"/>
              </a:ext>
            </a:extLst>
          </p:cNvPr>
          <p:cNvSpPr txBox="1"/>
          <p:nvPr/>
        </p:nvSpPr>
        <p:spPr>
          <a:xfrm>
            <a:off x="9388549" y="857800"/>
            <a:ext cx="2541181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字号可以稍微调大一点，实在放不下就改成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“用多功能尺（换行）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确认一下出波位置”</a:t>
            </a:r>
          </a:p>
        </p:txBody>
      </p:sp>
    </p:spTree>
    <p:extLst>
      <p:ext uri="{BB962C8B-B14F-4D97-AF65-F5344CB8AC3E}">
        <p14:creationId xmlns:p14="http://schemas.microsoft.com/office/powerpoint/2010/main" val="2490593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DC0A6-FA4B-4C79-F544-04CEF933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0F32E48-B738-815C-028C-D44D79D88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338040"/>
            <a:ext cx="10182753" cy="4683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E569F1B-B3CE-B596-D59F-9ECCBC0D3029}"/>
              </a:ext>
            </a:extLst>
          </p:cNvPr>
          <p:cNvSpPr/>
          <p:nvPr/>
        </p:nvSpPr>
        <p:spPr>
          <a:xfrm>
            <a:off x="7272670" y="1095153"/>
            <a:ext cx="1541721" cy="829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F2A184DB-2735-B9BD-1484-A52A08992FC0}"/>
              </a:ext>
            </a:extLst>
          </p:cNvPr>
          <p:cNvCxnSpPr/>
          <p:nvPr/>
        </p:nvCxnSpPr>
        <p:spPr>
          <a:xfrm flipV="1">
            <a:off x="8814391" y="1095153"/>
            <a:ext cx="574158" cy="1319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5F671B9-3BD0-2319-0419-0A81626052EA}"/>
              </a:ext>
            </a:extLst>
          </p:cNvPr>
          <p:cNvSpPr txBox="1"/>
          <p:nvPr/>
        </p:nvSpPr>
        <p:spPr>
          <a:xfrm>
            <a:off x="9388549" y="857800"/>
            <a:ext cx="254118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“在轨腰部位（换行）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也探测到了伤损”</a:t>
            </a:r>
          </a:p>
        </p:txBody>
      </p:sp>
    </p:spTree>
    <p:extLst>
      <p:ext uri="{BB962C8B-B14F-4D97-AF65-F5344CB8AC3E}">
        <p14:creationId xmlns:p14="http://schemas.microsoft.com/office/powerpoint/2010/main" val="1350755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16C6A-6371-EFAB-B472-C18C3D87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6BD6CF-D5D1-3701-F458-54B112068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4" y="625119"/>
            <a:ext cx="10182753" cy="46836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90503F6-1E17-EF64-EB52-B969227B3CD4}"/>
              </a:ext>
            </a:extLst>
          </p:cNvPr>
          <p:cNvSpPr txBox="1"/>
          <p:nvPr/>
        </p:nvSpPr>
        <p:spPr>
          <a:xfrm>
            <a:off x="4597463" y="1179949"/>
            <a:ext cx="47408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增加“拖动擦拭布”提示</a:t>
            </a:r>
          </a:p>
        </p:txBody>
      </p:sp>
    </p:spTree>
    <p:extLst>
      <p:ext uri="{BB962C8B-B14F-4D97-AF65-F5344CB8AC3E}">
        <p14:creationId xmlns:p14="http://schemas.microsoft.com/office/powerpoint/2010/main" val="3503111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F2C4-BFF2-5469-A9FF-85CAD7A07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0F0812-0B91-A49E-4993-07FBA884F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10" y="625119"/>
            <a:ext cx="10190580" cy="46872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6CD079D-EAA7-0217-7367-F2BE9F7C74FE}"/>
              </a:ext>
            </a:extLst>
          </p:cNvPr>
          <p:cNvSpPr/>
          <p:nvPr/>
        </p:nvSpPr>
        <p:spPr>
          <a:xfrm>
            <a:off x="6985591" y="1456660"/>
            <a:ext cx="1541721" cy="829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C6709DB4-FD27-1FE7-7C82-8AFE8AA04A50}"/>
              </a:ext>
            </a:extLst>
          </p:cNvPr>
          <p:cNvCxnSpPr>
            <a:cxnSpLocks/>
          </p:cNvCxnSpPr>
          <p:nvPr/>
        </p:nvCxnSpPr>
        <p:spPr>
          <a:xfrm flipV="1">
            <a:off x="8527312" y="1456660"/>
            <a:ext cx="404038" cy="1319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BB7D08C-4615-11C4-2708-4AFF1AC197EF}"/>
              </a:ext>
            </a:extLst>
          </p:cNvPr>
          <p:cNvSpPr txBox="1"/>
          <p:nvPr/>
        </p:nvSpPr>
        <p:spPr>
          <a:xfrm>
            <a:off x="8931350" y="1219307"/>
            <a:ext cx="3136604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改成“恭喜你！（换行）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完整掌握了（换行）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“三位一体、交叉验证”（换行）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新工艺！”</a:t>
            </a:r>
          </a:p>
        </p:txBody>
      </p:sp>
    </p:spTree>
    <p:extLst>
      <p:ext uri="{BB962C8B-B14F-4D97-AF65-F5344CB8AC3E}">
        <p14:creationId xmlns:p14="http://schemas.microsoft.com/office/powerpoint/2010/main" val="642629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86BA-5D50-24F2-E108-BCD95AFC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B0E222-0D52-4B90-5078-FEEBDF9B0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23" y="421919"/>
            <a:ext cx="10182753" cy="4683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93DA154-EC19-7C6D-9DE2-140F4263CF24}"/>
              </a:ext>
            </a:extLst>
          </p:cNvPr>
          <p:cNvSpPr/>
          <p:nvPr/>
        </p:nvSpPr>
        <p:spPr>
          <a:xfrm>
            <a:off x="5325139" y="2067611"/>
            <a:ext cx="1541721" cy="829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0B05E9EF-5015-FB0F-B65C-ACC0316D97FB}"/>
              </a:ext>
            </a:extLst>
          </p:cNvPr>
          <p:cNvCxnSpPr/>
          <p:nvPr/>
        </p:nvCxnSpPr>
        <p:spPr>
          <a:xfrm flipV="1">
            <a:off x="6866860" y="2067611"/>
            <a:ext cx="574158" cy="1319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299808E-96F4-36DA-5D31-7E69F922662B}"/>
              </a:ext>
            </a:extLst>
          </p:cNvPr>
          <p:cNvSpPr txBox="1"/>
          <p:nvPr/>
        </p:nvSpPr>
        <p:spPr>
          <a:xfrm>
            <a:off x="7441018" y="1830258"/>
            <a:ext cx="25411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“重置擦拭流程？”</a:t>
            </a:r>
          </a:p>
        </p:txBody>
      </p:sp>
    </p:spTree>
    <p:extLst>
      <p:ext uri="{BB962C8B-B14F-4D97-AF65-F5344CB8AC3E}">
        <p14:creationId xmlns:p14="http://schemas.microsoft.com/office/powerpoint/2010/main" val="1988165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414</Words>
  <Application>Microsoft Macintosh PowerPoint</Application>
  <PresentationFormat>宽屏</PresentationFormat>
  <Paragraphs>39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a299</dc:creator>
  <cp:lastModifiedBy>a299</cp:lastModifiedBy>
  <cp:revision>3</cp:revision>
  <dcterms:created xsi:type="dcterms:W3CDTF">2026-09-01T07:55:33Z</dcterms:created>
  <dcterms:modified xsi:type="dcterms:W3CDTF">2026-09-01T12:11:34Z</dcterms:modified>
</cp:coreProperties>
</file>